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4"/>
  </p:sldMasterIdLst>
  <p:notesMasterIdLst>
    <p:notesMasterId r:id="rId12"/>
  </p:notesMasterIdLst>
  <p:sldIdLst>
    <p:sldId id="256" r:id="rId5"/>
    <p:sldId id="257" r:id="rId6"/>
    <p:sldId id="258" r:id="rId7"/>
    <p:sldId id="278" r:id="rId8"/>
    <p:sldId id="265" r:id="rId9"/>
    <p:sldId id="313" r:id="rId10"/>
    <p:sldId id="314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Be Vietnam Pr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D5578-B008-4FD1-9796-CA392F8C3AFA}" v="11" dt="2026-03-29T16:23:38.863"/>
    <p1510:client id="{30DCD15E-D169-A587-B8A6-8E4930E8C583}" v="15" dt="2026-03-29T21:56:18.706"/>
    <p1510:client id="{36F212F1-46D3-494D-CF4C-9797AC071286}" v="1" dt="2026-03-29T21:39:06.009"/>
    <p1510:client id="{52FDA201-C4B3-29D4-BA1E-F6ADD6C5CA59}" v="62" dt="2026-03-29T21:42:54.505"/>
    <p1510:client id="{8A0F655E-D1D2-C108-FFB8-36132D71521B}" v="6" dt="2026-03-29T21:54:49.882"/>
    <p1510:client id="{C0AE452F-B5D3-749D-5C6D-2CC1D570672C}" v="4" dt="2026-03-29T20:29:57.955"/>
    <p1510:client id="{E974CA51-15D8-E2F8-8200-E3C8652E547D}" v="58" dt="2026-03-29T18:41:17.583"/>
  </p1510:revLst>
</p1510:revInfo>
</file>

<file path=ppt/tableStyles.xml><?xml version="1.0" encoding="utf-8"?>
<a:tblStyleLst xmlns:a="http://schemas.openxmlformats.org/drawingml/2006/main" def="{C14A44AE-FFC3-40C5-A28E-49A1E99027B1}">
  <a:tblStyle styleId="{C14A44AE-FFC3-40C5-A28E-49A1E99027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E238DA-5732-48FD-B002-6E464E3D30A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3F523C5-2A21-489B-8683-8DFE4620244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>
          <a:extLst>
            <a:ext uri="{FF2B5EF4-FFF2-40B4-BE49-F238E27FC236}">
              <a16:creationId xmlns:a16="http://schemas.microsoft.com/office/drawing/2014/main" id="{5C9470F5-545B-38DF-3539-2F3F5AF1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d431007ba2_0_215:notes">
            <a:extLst>
              <a:ext uri="{FF2B5EF4-FFF2-40B4-BE49-F238E27FC236}">
                <a16:creationId xmlns:a16="http://schemas.microsoft.com/office/drawing/2014/main" id="{42AFEBD0-7285-D470-D972-27048BC7C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d431007ba2_0_215:notes">
            <a:extLst>
              <a:ext uri="{FF2B5EF4-FFF2-40B4-BE49-F238E27FC236}">
                <a16:creationId xmlns:a16="http://schemas.microsoft.com/office/drawing/2014/main" id="{AD85E9E3-C738-BBA2-1DB7-44694464D8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022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>
          <a:extLst>
            <a:ext uri="{FF2B5EF4-FFF2-40B4-BE49-F238E27FC236}">
              <a16:creationId xmlns:a16="http://schemas.microsoft.com/office/drawing/2014/main" id="{BF0A1DB6-0C59-8C05-9283-B89A326E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135e18421cc_13_10:notes">
            <a:extLst>
              <a:ext uri="{FF2B5EF4-FFF2-40B4-BE49-F238E27FC236}">
                <a16:creationId xmlns:a16="http://schemas.microsoft.com/office/drawing/2014/main" id="{FB1E9977-6305-FB50-8E47-024AF2674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135e18421cc_13_10:notes">
            <a:extLst>
              <a:ext uri="{FF2B5EF4-FFF2-40B4-BE49-F238E27FC236}">
                <a16:creationId xmlns:a16="http://schemas.microsoft.com/office/drawing/2014/main" id="{6EA8570F-91A2-1722-4C14-0D71A2DFE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42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508475"/>
            <a:ext cx="41139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159225"/>
            <a:ext cx="4113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586796">
            <a:off x="-13996" y="143600"/>
            <a:ext cx="1454426" cy="1280493"/>
            <a:chOff x="5917100" y="2092158"/>
            <a:chExt cx="1102175" cy="970367"/>
          </a:xfrm>
        </p:grpSpPr>
        <p:sp>
          <p:nvSpPr>
            <p:cNvPr id="12" name="Google Shape;12;p2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0" y="2687325"/>
            <a:ext cx="1558778" cy="2456198"/>
            <a:chOff x="0" y="2687325"/>
            <a:chExt cx="1558778" cy="2456198"/>
          </a:xfrm>
        </p:grpSpPr>
        <p:sp>
          <p:nvSpPr>
            <p:cNvPr id="19" name="Google Shape;19;p2"/>
            <p:cNvSpPr/>
            <p:nvPr/>
          </p:nvSpPr>
          <p:spPr>
            <a:xfrm>
              <a:off x="0" y="2889975"/>
              <a:ext cx="1558778" cy="2253548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7425" y="2687325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-446850" y="426417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821325" y="2423475"/>
            <a:ext cx="46095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7276975" y="1482534"/>
            <a:ext cx="11538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3821325" y="3214526"/>
            <a:ext cx="4609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7891425" y="1"/>
            <a:ext cx="1252576" cy="1567250"/>
            <a:chOff x="7891425" y="1"/>
            <a:chExt cx="1252576" cy="1567250"/>
          </a:xfrm>
        </p:grpSpPr>
        <p:sp>
          <p:nvSpPr>
            <p:cNvPr id="27" name="Google Shape;27;p3"/>
            <p:cNvSpPr/>
            <p:nvPr/>
          </p:nvSpPr>
          <p:spPr>
            <a:xfrm>
              <a:off x="7954202" y="1"/>
              <a:ext cx="1189799" cy="1567250"/>
            </a:xfrm>
            <a:custGeom>
              <a:avLst/>
              <a:gdLst/>
              <a:ahLst/>
              <a:cxnLst/>
              <a:rect l="l" t="t" r="r" b="b"/>
              <a:pathLst>
                <a:path w="7042" h="9276" extrusionOk="0">
                  <a:moveTo>
                    <a:pt x="1" y="1"/>
                  </a:moveTo>
                  <a:cubicBezTo>
                    <a:pt x="116" y="814"/>
                    <a:pt x="544" y="1555"/>
                    <a:pt x="1094" y="2166"/>
                  </a:cubicBezTo>
                  <a:cubicBezTo>
                    <a:pt x="1450" y="2555"/>
                    <a:pt x="1857" y="2861"/>
                    <a:pt x="2314" y="3120"/>
                  </a:cubicBezTo>
                  <a:cubicBezTo>
                    <a:pt x="2778" y="3386"/>
                    <a:pt x="3260" y="3609"/>
                    <a:pt x="3720" y="3886"/>
                  </a:cubicBezTo>
                  <a:cubicBezTo>
                    <a:pt x="4170" y="4152"/>
                    <a:pt x="4587" y="4466"/>
                    <a:pt x="4890" y="4897"/>
                  </a:cubicBezTo>
                  <a:cubicBezTo>
                    <a:pt x="5145" y="5258"/>
                    <a:pt x="5289" y="5675"/>
                    <a:pt x="5390" y="6103"/>
                  </a:cubicBezTo>
                  <a:cubicBezTo>
                    <a:pt x="5592" y="6955"/>
                    <a:pt x="5685" y="7865"/>
                    <a:pt x="6206" y="8603"/>
                  </a:cubicBezTo>
                  <a:cubicBezTo>
                    <a:pt x="6408" y="8891"/>
                    <a:pt x="6692" y="9143"/>
                    <a:pt x="7013" y="9265"/>
                  </a:cubicBezTo>
                  <a:cubicBezTo>
                    <a:pt x="7023" y="9268"/>
                    <a:pt x="7030" y="9273"/>
                    <a:pt x="7041" y="9276"/>
                  </a:cubicBezTo>
                  <a:lnTo>
                    <a:pt x="70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7891425" y="193450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187475"/>
            <a:ext cx="2770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/>
          <p:nvPr/>
        </p:nvSpPr>
        <p:spPr>
          <a:xfrm flipH="1">
            <a:off x="8430773" y="2945775"/>
            <a:ext cx="789426" cy="2357337"/>
          </a:xfrm>
          <a:custGeom>
            <a:avLst/>
            <a:gdLst/>
            <a:ahLst/>
            <a:cxnLst/>
            <a:rect l="l" t="t" r="r" b="b"/>
            <a:pathLst>
              <a:path w="9013" h="19015" extrusionOk="0">
                <a:moveTo>
                  <a:pt x="0" y="1"/>
                </a:moveTo>
                <a:lnTo>
                  <a:pt x="0" y="19015"/>
                </a:lnTo>
                <a:cubicBezTo>
                  <a:pt x="1022" y="18385"/>
                  <a:pt x="2061" y="17788"/>
                  <a:pt x="3054" y="17119"/>
                </a:cubicBezTo>
                <a:cubicBezTo>
                  <a:pt x="3879" y="16561"/>
                  <a:pt x="4666" y="15953"/>
                  <a:pt x="5368" y="15244"/>
                </a:cubicBezTo>
                <a:cubicBezTo>
                  <a:pt x="6044" y="14557"/>
                  <a:pt x="6631" y="13780"/>
                  <a:pt x="7142" y="12963"/>
                </a:cubicBezTo>
                <a:cubicBezTo>
                  <a:pt x="8160" y="11348"/>
                  <a:pt x="9012" y="9362"/>
                  <a:pt x="8523" y="7423"/>
                </a:cubicBezTo>
                <a:cubicBezTo>
                  <a:pt x="8059" y="5588"/>
                  <a:pt x="6530" y="4239"/>
                  <a:pt x="5019" y="3224"/>
                </a:cubicBezTo>
                <a:cubicBezTo>
                  <a:pt x="4040" y="2566"/>
                  <a:pt x="3044" y="1932"/>
                  <a:pt x="2054" y="1289"/>
                </a:cubicBezTo>
                <a:cubicBezTo>
                  <a:pt x="1378" y="850"/>
                  <a:pt x="694" y="41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4"/>
          <p:cNvGrpSpPr/>
          <p:nvPr/>
        </p:nvGrpSpPr>
        <p:grpSpPr>
          <a:xfrm>
            <a:off x="-6" y="-57775"/>
            <a:ext cx="1343051" cy="2012425"/>
            <a:chOff x="-6" y="-57775"/>
            <a:chExt cx="1343051" cy="2012425"/>
          </a:xfrm>
        </p:grpSpPr>
        <p:sp>
          <p:nvSpPr>
            <p:cNvPr id="34" name="Google Shape;34;p4"/>
            <p:cNvSpPr/>
            <p:nvPr/>
          </p:nvSpPr>
          <p:spPr>
            <a:xfrm>
              <a:off x="-6" y="-57775"/>
              <a:ext cx="1343051" cy="1858013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163600" y="1558950"/>
              <a:ext cx="395700" cy="39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4"/>
          <p:cNvSpPr/>
          <p:nvPr/>
        </p:nvSpPr>
        <p:spPr>
          <a:xfrm>
            <a:off x="1429575" y="460400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"/>
          </p:nvPr>
        </p:nvSpPr>
        <p:spPr>
          <a:xfrm>
            <a:off x="5055280" y="4031296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2"/>
          </p:nvPr>
        </p:nvSpPr>
        <p:spPr>
          <a:xfrm>
            <a:off x="1583188" y="4031296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3"/>
          </p:nvPr>
        </p:nvSpPr>
        <p:spPr>
          <a:xfrm>
            <a:off x="5055280" y="3686000"/>
            <a:ext cx="25056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4"/>
          </p:nvPr>
        </p:nvSpPr>
        <p:spPr>
          <a:xfrm>
            <a:off x="1583188" y="3686000"/>
            <a:ext cx="25056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 rot="4252875" flipH="1">
            <a:off x="-462158" y="3843033"/>
            <a:ext cx="1454415" cy="1280483"/>
            <a:chOff x="5917100" y="2092158"/>
            <a:chExt cx="1102175" cy="970367"/>
          </a:xfrm>
        </p:grpSpPr>
        <p:sp>
          <p:nvSpPr>
            <p:cNvPr id="44" name="Google Shape;44;p5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/>
          <p:nvPr/>
        </p:nvSpPr>
        <p:spPr>
          <a:xfrm>
            <a:off x="7925625" y="-148520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0" y="0"/>
            <a:ext cx="9220200" cy="5219696"/>
            <a:chOff x="0" y="0"/>
            <a:chExt cx="9220200" cy="5219696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0" y="0"/>
              <a:ext cx="1558778" cy="2416275"/>
              <a:chOff x="0" y="0"/>
              <a:chExt cx="1558778" cy="2416275"/>
            </a:xfrm>
          </p:grpSpPr>
          <p:sp>
            <p:nvSpPr>
              <p:cNvPr id="53" name="Google Shape;53;p5"/>
              <p:cNvSpPr/>
              <p:nvPr/>
            </p:nvSpPr>
            <p:spPr>
              <a:xfrm rot="10800000" flipH="1">
                <a:off x="0" y="0"/>
                <a:ext cx="1558778" cy="2253548"/>
              </a:xfrm>
              <a:custGeom>
                <a:avLst/>
                <a:gdLst/>
                <a:ahLst/>
                <a:cxnLst/>
                <a:rect l="l" t="t" r="r" b="b"/>
                <a:pathLst>
                  <a:path w="16043" h="23193" extrusionOk="0">
                    <a:moveTo>
                      <a:pt x="0" y="1"/>
                    </a:moveTo>
                    <a:lnTo>
                      <a:pt x="0" y="23192"/>
                    </a:lnTo>
                    <a:lnTo>
                      <a:pt x="16042" y="23192"/>
                    </a:lnTo>
                    <a:cubicBezTo>
                      <a:pt x="16002" y="23127"/>
                      <a:pt x="15967" y="23066"/>
                      <a:pt x="15931" y="23005"/>
                    </a:cubicBezTo>
                    <a:cubicBezTo>
                      <a:pt x="15233" y="21904"/>
                      <a:pt x="14186" y="21062"/>
                      <a:pt x="13010" y="20516"/>
                    </a:cubicBezTo>
                    <a:cubicBezTo>
                      <a:pt x="12859" y="20446"/>
                      <a:pt x="12758" y="20403"/>
                      <a:pt x="12625" y="20353"/>
                    </a:cubicBezTo>
                    <a:cubicBezTo>
                      <a:pt x="12517" y="20310"/>
                      <a:pt x="12405" y="20270"/>
                      <a:pt x="12293" y="20235"/>
                    </a:cubicBezTo>
                    <a:cubicBezTo>
                      <a:pt x="12056" y="20159"/>
                      <a:pt x="11815" y="20094"/>
                      <a:pt x="11570" y="20036"/>
                    </a:cubicBezTo>
                    <a:cubicBezTo>
                      <a:pt x="11052" y="19918"/>
                      <a:pt x="10523" y="19828"/>
                      <a:pt x="10001" y="19734"/>
                    </a:cubicBezTo>
                    <a:cubicBezTo>
                      <a:pt x="8955" y="19551"/>
                      <a:pt x="7886" y="19360"/>
                      <a:pt x="6926" y="18885"/>
                    </a:cubicBezTo>
                    <a:cubicBezTo>
                      <a:pt x="5954" y="18407"/>
                      <a:pt x="5234" y="17597"/>
                      <a:pt x="4947" y="16547"/>
                    </a:cubicBezTo>
                    <a:cubicBezTo>
                      <a:pt x="4515" y="14975"/>
                      <a:pt x="5001" y="13399"/>
                      <a:pt x="5580" y="11931"/>
                    </a:cubicBezTo>
                    <a:cubicBezTo>
                      <a:pt x="5875" y="11190"/>
                      <a:pt x="6192" y="10467"/>
                      <a:pt x="6415" y="9701"/>
                    </a:cubicBezTo>
                    <a:cubicBezTo>
                      <a:pt x="6649" y="8902"/>
                      <a:pt x="6810" y="8082"/>
                      <a:pt x="6821" y="7247"/>
                    </a:cubicBezTo>
                    <a:cubicBezTo>
                      <a:pt x="6840" y="5768"/>
                      <a:pt x="6397" y="4336"/>
                      <a:pt x="5544" y="3127"/>
                    </a:cubicBezTo>
                    <a:cubicBezTo>
                      <a:pt x="4799" y="2073"/>
                      <a:pt x="3763" y="1235"/>
                      <a:pt x="2597" y="688"/>
                    </a:cubicBezTo>
                    <a:cubicBezTo>
                      <a:pt x="1781" y="303"/>
                      <a:pt x="900" y="73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67425" y="2020575"/>
                <a:ext cx="395700" cy="395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" name="Google Shape;55;p5"/>
            <p:cNvSpPr/>
            <p:nvPr/>
          </p:nvSpPr>
          <p:spPr>
            <a:xfrm rot="10800000">
              <a:off x="7762898" y="2695559"/>
              <a:ext cx="1457301" cy="2524137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58" name="Google Shape;58;p6"/>
          <p:cNvGrpSpPr/>
          <p:nvPr/>
        </p:nvGrpSpPr>
        <p:grpSpPr>
          <a:xfrm>
            <a:off x="2" y="1"/>
            <a:ext cx="9191623" cy="4895872"/>
            <a:chOff x="2" y="1"/>
            <a:chExt cx="9191623" cy="4895872"/>
          </a:xfrm>
        </p:grpSpPr>
        <p:grpSp>
          <p:nvGrpSpPr>
            <p:cNvPr id="59" name="Google Shape;59;p6"/>
            <p:cNvGrpSpPr/>
            <p:nvPr/>
          </p:nvGrpSpPr>
          <p:grpSpPr>
            <a:xfrm>
              <a:off x="2" y="1"/>
              <a:ext cx="9191623" cy="4895872"/>
              <a:chOff x="2" y="1"/>
              <a:chExt cx="9191623" cy="4895872"/>
            </a:xfrm>
          </p:grpSpPr>
          <p:sp>
            <p:nvSpPr>
              <p:cNvPr id="60" name="Google Shape;60;p6"/>
              <p:cNvSpPr/>
              <p:nvPr/>
            </p:nvSpPr>
            <p:spPr>
              <a:xfrm flipH="1">
                <a:off x="8543928" y="1904100"/>
                <a:ext cx="647697" cy="2991773"/>
              </a:xfrm>
              <a:custGeom>
                <a:avLst/>
                <a:gdLst/>
                <a:ahLst/>
                <a:cxnLst/>
                <a:rect l="l" t="t" r="r" b="b"/>
                <a:pathLst>
                  <a:path w="9013" h="19015" extrusionOk="0">
                    <a:moveTo>
                      <a:pt x="0" y="1"/>
                    </a:moveTo>
                    <a:lnTo>
                      <a:pt x="0" y="19015"/>
                    </a:lnTo>
                    <a:cubicBezTo>
                      <a:pt x="1022" y="18385"/>
                      <a:pt x="2061" y="17788"/>
                      <a:pt x="3054" y="17119"/>
                    </a:cubicBezTo>
                    <a:cubicBezTo>
                      <a:pt x="3879" y="16561"/>
                      <a:pt x="4666" y="15953"/>
                      <a:pt x="5368" y="15244"/>
                    </a:cubicBezTo>
                    <a:cubicBezTo>
                      <a:pt x="6044" y="14557"/>
                      <a:pt x="6631" y="13780"/>
                      <a:pt x="7142" y="12963"/>
                    </a:cubicBezTo>
                    <a:cubicBezTo>
                      <a:pt x="8160" y="11348"/>
                      <a:pt x="9012" y="9362"/>
                      <a:pt x="8523" y="7423"/>
                    </a:cubicBezTo>
                    <a:cubicBezTo>
                      <a:pt x="8059" y="5588"/>
                      <a:pt x="6530" y="4239"/>
                      <a:pt x="5019" y="3224"/>
                    </a:cubicBezTo>
                    <a:cubicBezTo>
                      <a:pt x="4040" y="2566"/>
                      <a:pt x="3044" y="1932"/>
                      <a:pt x="2054" y="1289"/>
                    </a:cubicBezTo>
                    <a:cubicBezTo>
                      <a:pt x="1378" y="850"/>
                      <a:pt x="694" y="414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6"/>
              <p:cNvSpPr/>
              <p:nvPr/>
            </p:nvSpPr>
            <p:spPr>
              <a:xfrm flipH="1">
                <a:off x="2" y="1"/>
                <a:ext cx="1189799" cy="1567250"/>
              </a:xfrm>
              <a:custGeom>
                <a:avLst/>
                <a:gdLst/>
                <a:ahLst/>
                <a:cxnLst/>
                <a:rect l="l" t="t" r="r" b="b"/>
                <a:pathLst>
                  <a:path w="7042" h="9276" extrusionOk="0">
                    <a:moveTo>
                      <a:pt x="1" y="1"/>
                    </a:moveTo>
                    <a:cubicBezTo>
                      <a:pt x="116" y="814"/>
                      <a:pt x="544" y="1555"/>
                      <a:pt x="1094" y="2166"/>
                    </a:cubicBezTo>
                    <a:cubicBezTo>
                      <a:pt x="1450" y="2555"/>
                      <a:pt x="1857" y="2861"/>
                      <a:pt x="2314" y="3120"/>
                    </a:cubicBezTo>
                    <a:cubicBezTo>
                      <a:pt x="2778" y="3386"/>
                      <a:pt x="3260" y="3609"/>
                      <a:pt x="3720" y="3886"/>
                    </a:cubicBezTo>
                    <a:cubicBezTo>
                      <a:pt x="4170" y="4152"/>
                      <a:pt x="4587" y="4466"/>
                      <a:pt x="4890" y="4897"/>
                    </a:cubicBezTo>
                    <a:cubicBezTo>
                      <a:pt x="5145" y="5258"/>
                      <a:pt x="5289" y="5675"/>
                      <a:pt x="5390" y="6103"/>
                    </a:cubicBezTo>
                    <a:cubicBezTo>
                      <a:pt x="5592" y="6955"/>
                      <a:pt x="5685" y="7865"/>
                      <a:pt x="6206" y="8603"/>
                    </a:cubicBezTo>
                    <a:cubicBezTo>
                      <a:pt x="6408" y="8891"/>
                      <a:pt x="6692" y="9143"/>
                      <a:pt x="7013" y="9265"/>
                    </a:cubicBezTo>
                    <a:cubicBezTo>
                      <a:pt x="7023" y="9268"/>
                      <a:pt x="7030" y="9273"/>
                      <a:pt x="7041" y="9276"/>
                    </a:cubicBezTo>
                    <a:lnTo>
                      <a:pt x="70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" name="Google Shape;62;p6"/>
            <p:cNvSpPr/>
            <p:nvPr/>
          </p:nvSpPr>
          <p:spPr>
            <a:xfrm>
              <a:off x="8669925" y="2001750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6"/>
          <p:cNvSpPr/>
          <p:nvPr/>
        </p:nvSpPr>
        <p:spPr>
          <a:xfrm rot="7432487">
            <a:off x="1805773" y="4662469"/>
            <a:ext cx="3922632" cy="3368726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7"/>
          <p:cNvGrpSpPr/>
          <p:nvPr/>
        </p:nvGrpSpPr>
        <p:grpSpPr>
          <a:xfrm>
            <a:off x="-5" y="-45596"/>
            <a:ext cx="9198312" cy="5189097"/>
            <a:chOff x="-5" y="-45596"/>
            <a:chExt cx="9198312" cy="5189097"/>
          </a:xfrm>
        </p:grpSpPr>
        <p:sp>
          <p:nvSpPr>
            <p:cNvPr id="67" name="Google Shape;67;p7"/>
            <p:cNvSpPr/>
            <p:nvPr/>
          </p:nvSpPr>
          <p:spPr>
            <a:xfrm rot="10800000" flipH="1">
              <a:off x="-5" y="3505185"/>
              <a:ext cx="1514484" cy="1638316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58825" y="3263925"/>
              <a:ext cx="395700" cy="39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5610225" y="-45596"/>
              <a:ext cx="3588082" cy="490624"/>
            </a:xfrm>
            <a:custGeom>
              <a:avLst/>
              <a:gdLst/>
              <a:ahLst/>
              <a:cxnLst/>
              <a:rect l="l" t="t" r="r" b="b"/>
              <a:pathLst>
                <a:path w="8887" h="2926" extrusionOk="0">
                  <a:moveTo>
                    <a:pt x="0" y="0"/>
                  </a:moveTo>
                  <a:cubicBezTo>
                    <a:pt x="136" y="716"/>
                    <a:pt x="370" y="1447"/>
                    <a:pt x="838" y="2018"/>
                  </a:cubicBezTo>
                  <a:cubicBezTo>
                    <a:pt x="1086" y="2324"/>
                    <a:pt x="1396" y="2569"/>
                    <a:pt x="1755" y="2734"/>
                  </a:cubicBezTo>
                  <a:cubicBezTo>
                    <a:pt x="1946" y="2825"/>
                    <a:pt x="2155" y="2896"/>
                    <a:pt x="2368" y="2918"/>
                  </a:cubicBezTo>
                  <a:cubicBezTo>
                    <a:pt x="2416" y="2923"/>
                    <a:pt x="2465" y="2925"/>
                    <a:pt x="2513" y="2925"/>
                  </a:cubicBezTo>
                  <a:cubicBezTo>
                    <a:pt x="2679" y="2925"/>
                    <a:pt x="2843" y="2898"/>
                    <a:pt x="3004" y="2853"/>
                  </a:cubicBezTo>
                  <a:cubicBezTo>
                    <a:pt x="3436" y="2731"/>
                    <a:pt x="3828" y="2493"/>
                    <a:pt x="4231" y="2307"/>
                  </a:cubicBezTo>
                  <a:cubicBezTo>
                    <a:pt x="4440" y="2209"/>
                    <a:pt x="4656" y="2119"/>
                    <a:pt x="4879" y="2062"/>
                  </a:cubicBezTo>
                  <a:cubicBezTo>
                    <a:pt x="5066" y="2015"/>
                    <a:pt x="5261" y="1998"/>
                    <a:pt x="5456" y="1998"/>
                  </a:cubicBezTo>
                  <a:cubicBezTo>
                    <a:pt x="5530" y="1998"/>
                    <a:pt x="5604" y="2001"/>
                    <a:pt x="5677" y="2005"/>
                  </a:cubicBezTo>
                  <a:cubicBezTo>
                    <a:pt x="6047" y="2029"/>
                    <a:pt x="6423" y="2101"/>
                    <a:pt x="6794" y="2101"/>
                  </a:cubicBezTo>
                  <a:cubicBezTo>
                    <a:pt x="6950" y="2101"/>
                    <a:pt x="7106" y="2089"/>
                    <a:pt x="7260" y="2055"/>
                  </a:cubicBezTo>
                  <a:cubicBezTo>
                    <a:pt x="7667" y="1968"/>
                    <a:pt x="8020" y="1727"/>
                    <a:pt x="8296" y="1417"/>
                  </a:cubicBezTo>
                  <a:cubicBezTo>
                    <a:pt x="8638" y="1037"/>
                    <a:pt x="8887" y="507"/>
                    <a:pt x="8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7"/>
          <p:cNvSpPr txBox="1">
            <a:spLocks noGrp="1"/>
          </p:cNvSpPr>
          <p:nvPr>
            <p:ph type="body" idx="1"/>
          </p:nvPr>
        </p:nvSpPr>
        <p:spPr>
          <a:xfrm>
            <a:off x="720000" y="1751700"/>
            <a:ext cx="4121700" cy="21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1768500" y="1516200"/>
            <a:ext cx="5607000" cy="21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2135550" y="1595175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2135550" y="2756615"/>
            <a:ext cx="4872900" cy="7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720000" y="3445500"/>
            <a:ext cx="3616800" cy="1141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02050"/>
            <a:ext cx="6576000" cy="9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1284000" y="2845750"/>
            <a:ext cx="6576000" cy="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713175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2"/>
          </p:nvPr>
        </p:nvSpPr>
        <p:spPr>
          <a:xfrm>
            <a:off x="3394784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3"/>
          </p:nvPr>
        </p:nvSpPr>
        <p:spPr>
          <a:xfrm>
            <a:off x="2053983" y="3872374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4735668" y="3872374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5"/>
          </p:nvPr>
        </p:nvSpPr>
        <p:spPr>
          <a:xfrm>
            <a:off x="6076376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6" hasCustomPrompt="1"/>
          </p:nvPr>
        </p:nvSpPr>
        <p:spPr>
          <a:xfrm>
            <a:off x="1515259" y="13196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2856067" y="30522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8" hasCustomPrompt="1"/>
          </p:nvPr>
        </p:nvSpPr>
        <p:spPr>
          <a:xfrm>
            <a:off x="4196868" y="13196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5537752" y="30522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13" hasCustomPrompt="1"/>
          </p:nvPr>
        </p:nvSpPr>
        <p:spPr>
          <a:xfrm>
            <a:off x="6878460" y="13196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4"/>
          </p:nvPr>
        </p:nvSpPr>
        <p:spPr>
          <a:xfrm>
            <a:off x="713175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5"/>
          </p:nvPr>
        </p:nvSpPr>
        <p:spPr>
          <a:xfrm>
            <a:off x="3394784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6"/>
          </p:nvPr>
        </p:nvSpPr>
        <p:spPr>
          <a:xfrm>
            <a:off x="6076376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7"/>
          </p:nvPr>
        </p:nvSpPr>
        <p:spPr>
          <a:xfrm>
            <a:off x="2053983" y="3533769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8"/>
          </p:nvPr>
        </p:nvSpPr>
        <p:spPr>
          <a:xfrm>
            <a:off x="4735668" y="3533769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00" name="Google Shape;100;p13"/>
          <p:cNvGrpSpPr/>
          <p:nvPr/>
        </p:nvGrpSpPr>
        <p:grpSpPr>
          <a:xfrm>
            <a:off x="-12420" y="0"/>
            <a:ext cx="9156403" cy="5624539"/>
            <a:chOff x="-12420" y="0"/>
            <a:chExt cx="9156403" cy="5624539"/>
          </a:xfrm>
        </p:grpSpPr>
        <p:sp>
          <p:nvSpPr>
            <p:cNvPr id="101" name="Google Shape;101;p13"/>
            <p:cNvSpPr/>
            <p:nvPr/>
          </p:nvSpPr>
          <p:spPr>
            <a:xfrm rot="5400000">
              <a:off x="-1341184" y="3810975"/>
              <a:ext cx="3142328" cy="484800"/>
            </a:xfrm>
            <a:custGeom>
              <a:avLst/>
              <a:gdLst/>
              <a:ahLst/>
              <a:cxnLst/>
              <a:rect l="l" t="t" r="r" b="b"/>
              <a:pathLst>
                <a:path w="17748" h="5136" extrusionOk="0">
                  <a:moveTo>
                    <a:pt x="4819" y="1"/>
                  </a:moveTo>
                  <a:cubicBezTo>
                    <a:pt x="4695" y="1"/>
                    <a:pt x="4571" y="13"/>
                    <a:pt x="4447" y="37"/>
                  </a:cubicBezTo>
                  <a:cubicBezTo>
                    <a:pt x="4008" y="123"/>
                    <a:pt x="3588" y="325"/>
                    <a:pt x="3206" y="551"/>
                  </a:cubicBezTo>
                  <a:cubicBezTo>
                    <a:pt x="2814" y="789"/>
                    <a:pt x="2457" y="1077"/>
                    <a:pt x="2138" y="1405"/>
                  </a:cubicBezTo>
                  <a:cubicBezTo>
                    <a:pt x="1469" y="2084"/>
                    <a:pt x="957" y="2904"/>
                    <a:pt x="551" y="3761"/>
                  </a:cubicBezTo>
                  <a:cubicBezTo>
                    <a:pt x="338" y="4207"/>
                    <a:pt x="159" y="4668"/>
                    <a:pt x="1" y="5135"/>
                  </a:cubicBezTo>
                  <a:lnTo>
                    <a:pt x="17748" y="5135"/>
                  </a:lnTo>
                  <a:cubicBezTo>
                    <a:pt x="17582" y="4538"/>
                    <a:pt x="17313" y="3977"/>
                    <a:pt x="16917" y="3498"/>
                  </a:cubicBezTo>
                  <a:cubicBezTo>
                    <a:pt x="16327" y="2793"/>
                    <a:pt x="15510" y="2322"/>
                    <a:pt x="14625" y="2092"/>
                  </a:cubicBezTo>
                  <a:cubicBezTo>
                    <a:pt x="14188" y="1978"/>
                    <a:pt x="13743" y="1929"/>
                    <a:pt x="13297" y="1929"/>
                  </a:cubicBezTo>
                  <a:cubicBezTo>
                    <a:pt x="12568" y="1929"/>
                    <a:pt x="11836" y="2061"/>
                    <a:pt x="11135" y="2257"/>
                  </a:cubicBezTo>
                  <a:cubicBezTo>
                    <a:pt x="10670" y="2389"/>
                    <a:pt x="10197" y="2511"/>
                    <a:pt x="9715" y="2511"/>
                  </a:cubicBezTo>
                  <a:cubicBezTo>
                    <a:pt x="9605" y="2511"/>
                    <a:pt x="9494" y="2505"/>
                    <a:pt x="9383" y="2491"/>
                  </a:cubicBezTo>
                  <a:cubicBezTo>
                    <a:pt x="8976" y="2437"/>
                    <a:pt x="8592" y="2282"/>
                    <a:pt x="8239" y="2077"/>
                  </a:cubicBezTo>
                  <a:cubicBezTo>
                    <a:pt x="7573" y="1685"/>
                    <a:pt x="7012" y="1102"/>
                    <a:pt x="6412" y="649"/>
                  </a:cubicBezTo>
                  <a:cubicBezTo>
                    <a:pt x="6264" y="538"/>
                    <a:pt x="6113" y="433"/>
                    <a:pt x="5954" y="339"/>
                  </a:cubicBezTo>
                  <a:cubicBezTo>
                    <a:pt x="5796" y="246"/>
                    <a:pt x="5645" y="171"/>
                    <a:pt x="5487" y="116"/>
                  </a:cubicBezTo>
                  <a:cubicBezTo>
                    <a:pt x="5267" y="40"/>
                    <a:pt x="5043" y="1"/>
                    <a:pt x="4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6761821" y="0"/>
              <a:ext cx="2382163" cy="1017717"/>
            </a:xfrm>
            <a:custGeom>
              <a:avLst/>
              <a:gdLst/>
              <a:ahLst/>
              <a:cxnLst/>
              <a:rect l="l" t="t" r="r" b="b"/>
              <a:pathLst>
                <a:path w="12233" h="9632" extrusionOk="0">
                  <a:moveTo>
                    <a:pt x="296" y="0"/>
                  </a:moveTo>
                  <a:cubicBezTo>
                    <a:pt x="188" y="389"/>
                    <a:pt x="112" y="785"/>
                    <a:pt x="76" y="1184"/>
                  </a:cubicBezTo>
                  <a:cubicBezTo>
                    <a:pt x="0" y="2044"/>
                    <a:pt x="123" y="2933"/>
                    <a:pt x="605" y="3663"/>
                  </a:cubicBezTo>
                  <a:cubicBezTo>
                    <a:pt x="853" y="4041"/>
                    <a:pt x="1184" y="4379"/>
                    <a:pt x="1594" y="4577"/>
                  </a:cubicBezTo>
                  <a:cubicBezTo>
                    <a:pt x="1927" y="4737"/>
                    <a:pt x="2297" y="4791"/>
                    <a:pt x="2663" y="4791"/>
                  </a:cubicBezTo>
                  <a:cubicBezTo>
                    <a:pt x="2731" y="4791"/>
                    <a:pt x="2800" y="4789"/>
                    <a:pt x="2868" y="4786"/>
                  </a:cubicBezTo>
                  <a:cubicBezTo>
                    <a:pt x="3800" y="4735"/>
                    <a:pt x="4699" y="4419"/>
                    <a:pt x="5631" y="4386"/>
                  </a:cubicBezTo>
                  <a:cubicBezTo>
                    <a:pt x="5669" y="4385"/>
                    <a:pt x="5707" y="4384"/>
                    <a:pt x="5745" y="4384"/>
                  </a:cubicBezTo>
                  <a:cubicBezTo>
                    <a:pt x="6586" y="4384"/>
                    <a:pt x="7397" y="4685"/>
                    <a:pt x="8030" y="5246"/>
                  </a:cubicBezTo>
                  <a:cubicBezTo>
                    <a:pt x="8653" y="5797"/>
                    <a:pt x="9085" y="6526"/>
                    <a:pt x="9538" y="7214"/>
                  </a:cubicBezTo>
                  <a:cubicBezTo>
                    <a:pt x="9769" y="7563"/>
                    <a:pt x="10006" y="7912"/>
                    <a:pt x="10279" y="8228"/>
                  </a:cubicBezTo>
                  <a:cubicBezTo>
                    <a:pt x="10581" y="8585"/>
                    <a:pt x="10930" y="8897"/>
                    <a:pt x="11318" y="9160"/>
                  </a:cubicBezTo>
                  <a:cubicBezTo>
                    <a:pt x="11599" y="9351"/>
                    <a:pt x="11909" y="9520"/>
                    <a:pt x="12233" y="9631"/>
                  </a:cubicBezTo>
                  <a:lnTo>
                    <a:pt x="122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210300" y="3578325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13"/>
          <p:cNvSpPr/>
          <p:nvPr/>
        </p:nvSpPr>
        <p:spPr>
          <a:xfrm>
            <a:off x="8430775" y="3173791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713225" y="3768000"/>
            <a:ext cx="4366500" cy="4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1"/>
          </p:nvPr>
        </p:nvSpPr>
        <p:spPr>
          <a:xfrm>
            <a:off x="713225" y="920100"/>
            <a:ext cx="4366500" cy="27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-9525" y="2687325"/>
            <a:ext cx="1558778" cy="2465723"/>
            <a:chOff x="-9525" y="2687325"/>
            <a:chExt cx="1558778" cy="2465723"/>
          </a:xfrm>
        </p:grpSpPr>
        <p:sp>
          <p:nvSpPr>
            <p:cNvPr id="109" name="Google Shape;109;p14"/>
            <p:cNvSpPr/>
            <p:nvPr/>
          </p:nvSpPr>
          <p:spPr>
            <a:xfrm>
              <a:off x="-9525" y="2899500"/>
              <a:ext cx="1558778" cy="2253548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67425" y="2687325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14"/>
          <p:cNvGrpSpPr/>
          <p:nvPr/>
        </p:nvGrpSpPr>
        <p:grpSpPr>
          <a:xfrm rot="8988552" flipH="1">
            <a:off x="-128500" y="-534854"/>
            <a:ext cx="1454426" cy="1280493"/>
            <a:chOff x="5917100" y="2092158"/>
            <a:chExt cx="1102175" cy="970367"/>
          </a:xfrm>
        </p:grpSpPr>
        <p:sp>
          <p:nvSpPr>
            <p:cNvPr id="112" name="Google Shape;112;p14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" name="Google Shape;118;p14"/>
          <p:cNvSpPr/>
          <p:nvPr/>
        </p:nvSpPr>
        <p:spPr>
          <a:xfrm rot="5400000">
            <a:off x="6313350" y="489735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21" name="Google Shape;121;p15"/>
          <p:cNvGrpSpPr/>
          <p:nvPr/>
        </p:nvGrpSpPr>
        <p:grpSpPr>
          <a:xfrm>
            <a:off x="-1344725" y="-32523"/>
            <a:ext cx="10488717" cy="6685915"/>
            <a:chOff x="-1344725" y="-32523"/>
            <a:chExt cx="10488717" cy="6685915"/>
          </a:xfrm>
        </p:grpSpPr>
        <p:sp>
          <p:nvSpPr>
            <p:cNvPr id="122" name="Google Shape;122;p15"/>
            <p:cNvSpPr/>
            <p:nvPr/>
          </p:nvSpPr>
          <p:spPr>
            <a:xfrm>
              <a:off x="-1344725" y="4352475"/>
              <a:ext cx="3494036" cy="2300917"/>
            </a:xfrm>
            <a:custGeom>
              <a:avLst/>
              <a:gdLst/>
              <a:ahLst/>
              <a:cxnLst/>
              <a:rect l="l" t="t" r="r" b="b"/>
              <a:pathLst>
                <a:path w="11187" h="7367" extrusionOk="0">
                  <a:moveTo>
                    <a:pt x="4164" y="0"/>
                  </a:moveTo>
                  <a:cubicBezTo>
                    <a:pt x="3316" y="0"/>
                    <a:pt x="2256" y="570"/>
                    <a:pt x="1303" y="2750"/>
                  </a:cubicBezTo>
                  <a:cubicBezTo>
                    <a:pt x="1" y="5722"/>
                    <a:pt x="2244" y="7366"/>
                    <a:pt x="4825" y="7366"/>
                  </a:cubicBezTo>
                  <a:cubicBezTo>
                    <a:pt x="6207" y="7366"/>
                    <a:pt x="7687" y="6894"/>
                    <a:pt x="8769" y="5901"/>
                  </a:cubicBezTo>
                  <a:cubicBezTo>
                    <a:pt x="11186" y="3678"/>
                    <a:pt x="8009" y="1750"/>
                    <a:pt x="6491" y="1005"/>
                  </a:cubicBezTo>
                  <a:cubicBezTo>
                    <a:pt x="6099" y="814"/>
                    <a:pt x="5721" y="595"/>
                    <a:pt x="5350" y="364"/>
                  </a:cubicBezTo>
                  <a:cubicBezTo>
                    <a:pt x="5064" y="186"/>
                    <a:pt x="4649" y="0"/>
                    <a:pt x="4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 rot="5400000">
              <a:off x="6741954" y="1740877"/>
              <a:ext cx="4175439" cy="628638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8582775" y="1720875"/>
              <a:ext cx="395700" cy="39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5"/>
          <p:cNvSpPr/>
          <p:nvPr/>
        </p:nvSpPr>
        <p:spPr>
          <a:xfrm flipH="1">
            <a:off x="-3209362" y="-99243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16"/>
          <p:cNvGrpSpPr/>
          <p:nvPr/>
        </p:nvGrpSpPr>
        <p:grpSpPr>
          <a:xfrm>
            <a:off x="15" y="0"/>
            <a:ext cx="9143991" cy="5143504"/>
            <a:chOff x="15" y="0"/>
            <a:chExt cx="9143991" cy="5143504"/>
          </a:xfrm>
        </p:grpSpPr>
        <p:sp>
          <p:nvSpPr>
            <p:cNvPr id="129" name="Google Shape;129;p16"/>
            <p:cNvSpPr/>
            <p:nvPr/>
          </p:nvSpPr>
          <p:spPr>
            <a:xfrm rot="5400000">
              <a:off x="353766" y="-353751"/>
              <a:ext cx="1123932" cy="1831435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7218154" y="4084425"/>
              <a:ext cx="1925852" cy="1059079"/>
            </a:xfrm>
            <a:custGeom>
              <a:avLst/>
              <a:gdLst/>
              <a:ahLst/>
              <a:cxnLst/>
              <a:rect l="l" t="t" r="r" b="b"/>
              <a:pathLst>
                <a:path w="24364" h="23656" extrusionOk="0">
                  <a:moveTo>
                    <a:pt x="23846" y="0"/>
                  </a:moveTo>
                  <a:cubicBezTo>
                    <a:pt x="23787" y="0"/>
                    <a:pt x="23728" y="2"/>
                    <a:pt x="23670" y="5"/>
                  </a:cubicBezTo>
                  <a:cubicBezTo>
                    <a:pt x="23364" y="19"/>
                    <a:pt x="23148" y="51"/>
                    <a:pt x="22831" y="141"/>
                  </a:cubicBezTo>
                  <a:cubicBezTo>
                    <a:pt x="22278" y="303"/>
                    <a:pt x="21781" y="616"/>
                    <a:pt x="21364" y="1055"/>
                  </a:cubicBezTo>
                  <a:cubicBezTo>
                    <a:pt x="20414" y="2051"/>
                    <a:pt x="20040" y="3512"/>
                    <a:pt x="19770" y="4840"/>
                  </a:cubicBezTo>
                  <a:cubicBezTo>
                    <a:pt x="19468" y="6315"/>
                    <a:pt x="19274" y="7815"/>
                    <a:pt x="18856" y="9265"/>
                  </a:cubicBezTo>
                  <a:cubicBezTo>
                    <a:pt x="18464" y="10617"/>
                    <a:pt x="17856" y="11970"/>
                    <a:pt x="16694" y="12830"/>
                  </a:cubicBezTo>
                  <a:cubicBezTo>
                    <a:pt x="15725" y="13544"/>
                    <a:pt x="14577" y="13770"/>
                    <a:pt x="13415" y="13770"/>
                  </a:cubicBezTo>
                  <a:cubicBezTo>
                    <a:pt x="12903" y="13770"/>
                    <a:pt x="12388" y="13726"/>
                    <a:pt x="11884" y="13661"/>
                  </a:cubicBezTo>
                  <a:cubicBezTo>
                    <a:pt x="10723" y="13512"/>
                    <a:pt x="9523" y="13255"/>
                    <a:pt x="8337" y="13255"/>
                  </a:cubicBezTo>
                  <a:cubicBezTo>
                    <a:pt x="7811" y="13255"/>
                    <a:pt x="7288" y="13306"/>
                    <a:pt x="6771" y="13438"/>
                  </a:cubicBezTo>
                  <a:cubicBezTo>
                    <a:pt x="5937" y="13654"/>
                    <a:pt x="5167" y="14104"/>
                    <a:pt x="4473" y="14607"/>
                  </a:cubicBezTo>
                  <a:cubicBezTo>
                    <a:pt x="3829" y="15075"/>
                    <a:pt x="3257" y="15644"/>
                    <a:pt x="2761" y="16266"/>
                  </a:cubicBezTo>
                  <a:cubicBezTo>
                    <a:pt x="1796" y="17485"/>
                    <a:pt x="1170" y="18943"/>
                    <a:pt x="731" y="20425"/>
                  </a:cubicBezTo>
                  <a:cubicBezTo>
                    <a:pt x="415" y="21487"/>
                    <a:pt x="192" y="22569"/>
                    <a:pt x="1" y="23655"/>
                  </a:cubicBezTo>
                  <a:lnTo>
                    <a:pt x="24364" y="23655"/>
                  </a:lnTo>
                  <a:lnTo>
                    <a:pt x="24364" y="30"/>
                  </a:lnTo>
                  <a:cubicBezTo>
                    <a:pt x="24357" y="30"/>
                    <a:pt x="24347" y="26"/>
                    <a:pt x="24332" y="26"/>
                  </a:cubicBezTo>
                  <a:cubicBezTo>
                    <a:pt x="24260" y="19"/>
                    <a:pt x="24191" y="12"/>
                    <a:pt x="24120" y="8"/>
                  </a:cubicBezTo>
                  <a:cubicBezTo>
                    <a:pt x="24028" y="4"/>
                    <a:pt x="23936" y="0"/>
                    <a:pt x="238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05525" y="820425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6"/>
          <p:cNvSpPr/>
          <p:nvPr/>
        </p:nvSpPr>
        <p:spPr>
          <a:xfrm rot="5576500">
            <a:off x="-2910248" y="2359177"/>
            <a:ext cx="3922554" cy="3368658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35" name="Google Shape;135;p17"/>
          <p:cNvGrpSpPr/>
          <p:nvPr/>
        </p:nvGrpSpPr>
        <p:grpSpPr>
          <a:xfrm>
            <a:off x="-69570" y="-639075"/>
            <a:ext cx="9213570" cy="5782564"/>
            <a:chOff x="-69570" y="-639075"/>
            <a:chExt cx="9213570" cy="5782564"/>
          </a:xfrm>
        </p:grpSpPr>
        <p:sp>
          <p:nvSpPr>
            <p:cNvPr id="136" name="Google Shape;136;p17"/>
            <p:cNvSpPr/>
            <p:nvPr/>
          </p:nvSpPr>
          <p:spPr>
            <a:xfrm flipH="1">
              <a:off x="8443442" y="-639075"/>
              <a:ext cx="700558" cy="2696470"/>
            </a:xfrm>
            <a:custGeom>
              <a:avLst/>
              <a:gdLst/>
              <a:ahLst/>
              <a:cxnLst/>
              <a:rect l="l" t="t" r="r" b="b"/>
              <a:pathLst>
                <a:path w="9013" h="19015" extrusionOk="0">
                  <a:moveTo>
                    <a:pt x="0" y="1"/>
                  </a:moveTo>
                  <a:lnTo>
                    <a:pt x="0" y="19015"/>
                  </a:lnTo>
                  <a:cubicBezTo>
                    <a:pt x="1022" y="18385"/>
                    <a:pt x="2061" y="17788"/>
                    <a:pt x="3054" y="17119"/>
                  </a:cubicBezTo>
                  <a:cubicBezTo>
                    <a:pt x="3879" y="16561"/>
                    <a:pt x="4666" y="15953"/>
                    <a:pt x="5368" y="15244"/>
                  </a:cubicBezTo>
                  <a:cubicBezTo>
                    <a:pt x="6044" y="14557"/>
                    <a:pt x="6631" y="13780"/>
                    <a:pt x="7142" y="12963"/>
                  </a:cubicBezTo>
                  <a:cubicBezTo>
                    <a:pt x="8160" y="11348"/>
                    <a:pt x="9012" y="9362"/>
                    <a:pt x="8523" y="7423"/>
                  </a:cubicBezTo>
                  <a:cubicBezTo>
                    <a:pt x="8059" y="5588"/>
                    <a:pt x="6530" y="4239"/>
                    <a:pt x="5019" y="3224"/>
                  </a:cubicBezTo>
                  <a:cubicBezTo>
                    <a:pt x="4040" y="2566"/>
                    <a:pt x="3044" y="1932"/>
                    <a:pt x="2054" y="1289"/>
                  </a:cubicBezTo>
                  <a:cubicBezTo>
                    <a:pt x="1378" y="850"/>
                    <a:pt x="694" y="414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" name="Google Shape;137;p17"/>
            <p:cNvGrpSpPr/>
            <p:nvPr/>
          </p:nvGrpSpPr>
          <p:grpSpPr>
            <a:xfrm>
              <a:off x="-69570" y="2001161"/>
              <a:ext cx="618420" cy="3142328"/>
              <a:chOff x="-69570" y="2001161"/>
              <a:chExt cx="618420" cy="3142328"/>
            </a:xfrm>
          </p:grpSpPr>
          <p:sp>
            <p:nvSpPr>
              <p:cNvPr id="138" name="Google Shape;138;p17"/>
              <p:cNvSpPr/>
              <p:nvPr/>
            </p:nvSpPr>
            <p:spPr>
              <a:xfrm rot="5400000">
                <a:off x="-1398334" y="3329925"/>
                <a:ext cx="3142328" cy="484800"/>
              </a:xfrm>
              <a:custGeom>
                <a:avLst/>
                <a:gdLst/>
                <a:ahLst/>
                <a:cxnLst/>
                <a:rect l="l" t="t" r="r" b="b"/>
                <a:pathLst>
                  <a:path w="17748" h="5136" extrusionOk="0">
                    <a:moveTo>
                      <a:pt x="4819" y="1"/>
                    </a:moveTo>
                    <a:cubicBezTo>
                      <a:pt x="4695" y="1"/>
                      <a:pt x="4571" y="13"/>
                      <a:pt x="4447" y="37"/>
                    </a:cubicBezTo>
                    <a:cubicBezTo>
                      <a:pt x="4008" y="123"/>
                      <a:pt x="3588" y="325"/>
                      <a:pt x="3206" y="551"/>
                    </a:cubicBezTo>
                    <a:cubicBezTo>
                      <a:pt x="2814" y="789"/>
                      <a:pt x="2457" y="1077"/>
                      <a:pt x="2138" y="1405"/>
                    </a:cubicBezTo>
                    <a:cubicBezTo>
                      <a:pt x="1469" y="2084"/>
                      <a:pt x="957" y="2904"/>
                      <a:pt x="551" y="3761"/>
                    </a:cubicBezTo>
                    <a:cubicBezTo>
                      <a:pt x="338" y="4207"/>
                      <a:pt x="159" y="4668"/>
                      <a:pt x="1" y="5135"/>
                    </a:cubicBezTo>
                    <a:lnTo>
                      <a:pt x="17748" y="5135"/>
                    </a:lnTo>
                    <a:cubicBezTo>
                      <a:pt x="17582" y="4538"/>
                      <a:pt x="17313" y="3977"/>
                      <a:pt x="16917" y="3498"/>
                    </a:cubicBezTo>
                    <a:cubicBezTo>
                      <a:pt x="16327" y="2793"/>
                      <a:pt x="15510" y="2322"/>
                      <a:pt x="14625" y="2092"/>
                    </a:cubicBezTo>
                    <a:cubicBezTo>
                      <a:pt x="14188" y="1978"/>
                      <a:pt x="13743" y="1929"/>
                      <a:pt x="13297" y="1929"/>
                    </a:cubicBezTo>
                    <a:cubicBezTo>
                      <a:pt x="12568" y="1929"/>
                      <a:pt x="11836" y="2061"/>
                      <a:pt x="11135" y="2257"/>
                    </a:cubicBezTo>
                    <a:cubicBezTo>
                      <a:pt x="10670" y="2389"/>
                      <a:pt x="10197" y="2511"/>
                      <a:pt x="9715" y="2511"/>
                    </a:cubicBezTo>
                    <a:cubicBezTo>
                      <a:pt x="9605" y="2511"/>
                      <a:pt x="9494" y="2505"/>
                      <a:pt x="9383" y="2491"/>
                    </a:cubicBezTo>
                    <a:cubicBezTo>
                      <a:pt x="8976" y="2437"/>
                      <a:pt x="8592" y="2282"/>
                      <a:pt x="8239" y="2077"/>
                    </a:cubicBezTo>
                    <a:cubicBezTo>
                      <a:pt x="7573" y="1685"/>
                      <a:pt x="7012" y="1102"/>
                      <a:pt x="6412" y="649"/>
                    </a:cubicBezTo>
                    <a:cubicBezTo>
                      <a:pt x="6264" y="538"/>
                      <a:pt x="6113" y="433"/>
                      <a:pt x="5954" y="339"/>
                    </a:cubicBezTo>
                    <a:cubicBezTo>
                      <a:pt x="5796" y="246"/>
                      <a:pt x="5645" y="171"/>
                      <a:pt x="5487" y="116"/>
                    </a:cubicBezTo>
                    <a:cubicBezTo>
                      <a:pt x="5267" y="40"/>
                      <a:pt x="5043" y="1"/>
                      <a:pt x="4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7"/>
              <p:cNvSpPr/>
              <p:nvPr/>
            </p:nvSpPr>
            <p:spPr>
              <a:xfrm>
                <a:off x="153150" y="2057400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0" name="Google Shape;140;p17"/>
          <p:cNvSpPr/>
          <p:nvPr/>
        </p:nvSpPr>
        <p:spPr>
          <a:xfrm rot="-6269851">
            <a:off x="8176744" y="2301996"/>
            <a:ext cx="3922614" cy="3368710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4702800" y="1154688"/>
            <a:ext cx="3728100" cy="16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ubTitle" idx="1"/>
          </p:nvPr>
        </p:nvSpPr>
        <p:spPr>
          <a:xfrm>
            <a:off x="4702800" y="2771413"/>
            <a:ext cx="3728100" cy="12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>
            <a:spLocks noGrp="1"/>
          </p:cNvSpPr>
          <p:nvPr>
            <p:ph type="pic" idx="2"/>
          </p:nvPr>
        </p:nvSpPr>
        <p:spPr>
          <a:xfrm>
            <a:off x="713225" y="747000"/>
            <a:ext cx="3189000" cy="3649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45" name="Google Shape;145;p18"/>
          <p:cNvSpPr/>
          <p:nvPr/>
        </p:nvSpPr>
        <p:spPr>
          <a:xfrm>
            <a:off x="7923100" y="3876225"/>
            <a:ext cx="3494036" cy="2300917"/>
          </a:xfrm>
          <a:custGeom>
            <a:avLst/>
            <a:gdLst/>
            <a:ahLst/>
            <a:cxnLst/>
            <a:rect l="l" t="t" r="r" b="b"/>
            <a:pathLst>
              <a:path w="11187" h="7367" extrusionOk="0">
                <a:moveTo>
                  <a:pt x="4164" y="0"/>
                </a:moveTo>
                <a:cubicBezTo>
                  <a:pt x="3316" y="0"/>
                  <a:pt x="2256" y="570"/>
                  <a:pt x="1303" y="2750"/>
                </a:cubicBezTo>
                <a:cubicBezTo>
                  <a:pt x="1" y="5722"/>
                  <a:pt x="2244" y="7366"/>
                  <a:pt x="4825" y="7366"/>
                </a:cubicBezTo>
                <a:cubicBezTo>
                  <a:pt x="6207" y="7366"/>
                  <a:pt x="7687" y="6894"/>
                  <a:pt x="8769" y="5901"/>
                </a:cubicBezTo>
                <a:cubicBezTo>
                  <a:pt x="11186" y="3678"/>
                  <a:pt x="8009" y="1750"/>
                  <a:pt x="6491" y="1005"/>
                </a:cubicBezTo>
                <a:cubicBezTo>
                  <a:pt x="6099" y="814"/>
                  <a:pt x="5721" y="595"/>
                  <a:pt x="5350" y="364"/>
                </a:cubicBezTo>
                <a:cubicBezTo>
                  <a:pt x="5064" y="186"/>
                  <a:pt x="4649" y="0"/>
                  <a:pt x="416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8525700" y="-876271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5680075" y="1326251"/>
            <a:ext cx="2750700" cy="11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subTitle" idx="1"/>
          </p:nvPr>
        </p:nvSpPr>
        <p:spPr>
          <a:xfrm>
            <a:off x="5680075" y="2330344"/>
            <a:ext cx="2750700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6924678" y="3927299"/>
            <a:ext cx="2228880" cy="1225736"/>
          </a:xfrm>
          <a:custGeom>
            <a:avLst/>
            <a:gdLst/>
            <a:ahLst/>
            <a:cxnLst/>
            <a:rect l="l" t="t" r="r" b="b"/>
            <a:pathLst>
              <a:path w="24364" h="23656" extrusionOk="0">
                <a:moveTo>
                  <a:pt x="23846" y="0"/>
                </a:moveTo>
                <a:cubicBezTo>
                  <a:pt x="23787" y="0"/>
                  <a:pt x="23728" y="2"/>
                  <a:pt x="23670" y="5"/>
                </a:cubicBezTo>
                <a:cubicBezTo>
                  <a:pt x="23364" y="19"/>
                  <a:pt x="23148" y="51"/>
                  <a:pt x="22831" y="141"/>
                </a:cubicBezTo>
                <a:cubicBezTo>
                  <a:pt x="22278" y="303"/>
                  <a:pt x="21781" y="616"/>
                  <a:pt x="21364" y="1055"/>
                </a:cubicBezTo>
                <a:cubicBezTo>
                  <a:pt x="20414" y="2051"/>
                  <a:pt x="20040" y="3512"/>
                  <a:pt x="19770" y="4840"/>
                </a:cubicBezTo>
                <a:cubicBezTo>
                  <a:pt x="19468" y="6315"/>
                  <a:pt x="19274" y="7815"/>
                  <a:pt x="18856" y="9265"/>
                </a:cubicBezTo>
                <a:cubicBezTo>
                  <a:pt x="18464" y="10617"/>
                  <a:pt x="17856" y="11970"/>
                  <a:pt x="16694" y="12830"/>
                </a:cubicBezTo>
                <a:cubicBezTo>
                  <a:pt x="15725" y="13544"/>
                  <a:pt x="14577" y="13770"/>
                  <a:pt x="13415" y="13770"/>
                </a:cubicBezTo>
                <a:cubicBezTo>
                  <a:pt x="12903" y="13770"/>
                  <a:pt x="12388" y="13726"/>
                  <a:pt x="11884" y="13661"/>
                </a:cubicBezTo>
                <a:cubicBezTo>
                  <a:pt x="10723" y="13512"/>
                  <a:pt x="9523" y="13255"/>
                  <a:pt x="8337" y="13255"/>
                </a:cubicBezTo>
                <a:cubicBezTo>
                  <a:pt x="7811" y="13255"/>
                  <a:pt x="7288" y="13306"/>
                  <a:pt x="6771" y="13438"/>
                </a:cubicBezTo>
                <a:cubicBezTo>
                  <a:pt x="5937" y="13654"/>
                  <a:pt x="5167" y="14104"/>
                  <a:pt x="4473" y="14607"/>
                </a:cubicBezTo>
                <a:cubicBezTo>
                  <a:pt x="3829" y="15075"/>
                  <a:pt x="3257" y="15644"/>
                  <a:pt x="2761" y="16266"/>
                </a:cubicBezTo>
                <a:cubicBezTo>
                  <a:pt x="1796" y="17485"/>
                  <a:pt x="1170" y="18943"/>
                  <a:pt x="731" y="20425"/>
                </a:cubicBezTo>
                <a:cubicBezTo>
                  <a:pt x="415" y="21487"/>
                  <a:pt x="192" y="22569"/>
                  <a:pt x="1" y="23655"/>
                </a:cubicBezTo>
                <a:lnTo>
                  <a:pt x="24364" y="23655"/>
                </a:lnTo>
                <a:lnTo>
                  <a:pt x="24364" y="30"/>
                </a:lnTo>
                <a:cubicBezTo>
                  <a:pt x="24357" y="30"/>
                  <a:pt x="24347" y="26"/>
                  <a:pt x="24332" y="26"/>
                </a:cubicBezTo>
                <a:cubicBezTo>
                  <a:pt x="24260" y="19"/>
                  <a:pt x="24191" y="12"/>
                  <a:pt x="24120" y="8"/>
                </a:cubicBezTo>
                <a:cubicBezTo>
                  <a:pt x="24028" y="4"/>
                  <a:pt x="23936" y="0"/>
                  <a:pt x="238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8382825" y="-134268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713225" y="1326250"/>
            <a:ext cx="2750700" cy="11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1"/>
          </p:nvPr>
        </p:nvSpPr>
        <p:spPr>
          <a:xfrm>
            <a:off x="713359" y="2330350"/>
            <a:ext cx="2750700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5" name="Google Shape;155;p20"/>
          <p:cNvGrpSpPr/>
          <p:nvPr/>
        </p:nvGrpSpPr>
        <p:grpSpPr>
          <a:xfrm>
            <a:off x="0" y="2687325"/>
            <a:ext cx="1558778" cy="2456198"/>
            <a:chOff x="0" y="2687325"/>
            <a:chExt cx="1558778" cy="2456198"/>
          </a:xfrm>
        </p:grpSpPr>
        <p:sp>
          <p:nvSpPr>
            <p:cNvPr id="156" name="Google Shape;156;p20"/>
            <p:cNvSpPr/>
            <p:nvPr/>
          </p:nvSpPr>
          <p:spPr>
            <a:xfrm>
              <a:off x="0" y="2889975"/>
              <a:ext cx="1558778" cy="2253548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67425" y="2687325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20"/>
          <p:cNvSpPr/>
          <p:nvPr/>
        </p:nvSpPr>
        <p:spPr>
          <a:xfrm rot="-8951246">
            <a:off x="1299276" y="-2993894"/>
            <a:ext cx="3922599" cy="3368697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4940925" y="1326251"/>
            <a:ext cx="2750700" cy="11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1"/>
          </p:nvPr>
        </p:nvSpPr>
        <p:spPr>
          <a:xfrm>
            <a:off x="4940925" y="2330344"/>
            <a:ext cx="2750700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8005950" y="3736425"/>
            <a:ext cx="3494036" cy="2300917"/>
          </a:xfrm>
          <a:custGeom>
            <a:avLst/>
            <a:gdLst/>
            <a:ahLst/>
            <a:cxnLst/>
            <a:rect l="l" t="t" r="r" b="b"/>
            <a:pathLst>
              <a:path w="11187" h="7367" extrusionOk="0">
                <a:moveTo>
                  <a:pt x="4164" y="0"/>
                </a:moveTo>
                <a:cubicBezTo>
                  <a:pt x="3316" y="0"/>
                  <a:pt x="2256" y="570"/>
                  <a:pt x="1303" y="2750"/>
                </a:cubicBezTo>
                <a:cubicBezTo>
                  <a:pt x="1" y="5722"/>
                  <a:pt x="2244" y="7366"/>
                  <a:pt x="4825" y="7366"/>
                </a:cubicBezTo>
                <a:cubicBezTo>
                  <a:pt x="6207" y="7366"/>
                  <a:pt x="7687" y="6894"/>
                  <a:pt x="8769" y="5901"/>
                </a:cubicBezTo>
                <a:cubicBezTo>
                  <a:pt x="11186" y="3678"/>
                  <a:pt x="8009" y="1750"/>
                  <a:pt x="6491" y="1005"/>
                </a:cubicBezTo>
                <a:cubicBezTo>
                  <a:pt x="6099" y="814"/>
                  <a:pt x="5721" y="595"/>
                  <a:pt x="5350" y="364"/>
                </a:cubicBezTo>
                <a:cubicBezTo>
                  <a:pt x="5064" y="186"/>
                  <a:pt x="4649" y="0"/>
                  <a:pt x="416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8331875" y="-74378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subTitle" idx="1"/>
          </p:nvPr>
        </p:nvSpPr>
        <p:spPr>
          <a:xfrm>
            <a:off x="4872994" y="3065900"/>
            <a:ext cx="28368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2"/>
          </p:nvPr>
        </p:nvSpPr>
        <p:spPr>
          <a:xfrm>
            <a:off x="1434200" y="3065900"/>
            <a:ext cx="28368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subTitle" idx="3"/>
          </p:nvPr>
        </p:nvSpPr>
        <p:spPr>
          <a:xfrm>
            <a:off x="1434200" y="2578575"/>
            <a:ext cx="28368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subTitle" idx="4"/>
          </p:nvPr>
        </p:nvSpPr>
        <p:spPr>
          <a:xfrm>
            <a:off x="4873004" y="2578575"/>
            <a:ext cx="28368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0" name="Google Shape;170;p22"/>
          <p:cNvGrpSpPr/>
          <p:nvPr/>
        </p:nvGrpSpPr>
        <p:grpSpPr>
          <a:xfrm>
            <a:off x="-255199" y="-9535"/>
            <a:ext cx="9408724" cy="5162561"/>
            <a:chOff x="-255199" y="-9535"/>
            <a:chExt cx="9408724" cy="5162561"/>
          </a:xfrm>
        </p:grpSpPr>
        <p:sp>
          <p:nvSpPr>
            <p:cNvPr id="171" name="Google Shape;171;p22"/>
            <p:cNvSpPr/>
            <p:nvPr/>
          </p:nvSpPr>
          <p:spPr>
            <a:xfrm rot="10800000">
              <a:off x="-255199" y="-9535"/>
              <a:ext cx="3142328" cy="484800"/>
            </a:xfrm>
            <a:custGeom>
              <a:avLst/>
              <a:gdLst/>
              <a:ahLst/>
              <a:cxnLst/>
              <a:rect l="l" t="t" r="r" b="b"/>
              <a:pathLst>
                <a:path w="17748" h="5136" extrusionOk="0">
                  <a:moveTo>
                    <a:pt x="4819" y="1"/>
                  </a:moveTo>
                  <a:cubicBezTo>
                    <a:pt x="4695" y="1"/>
                    <a:pt x="4571" y="13"/>
                    <a:pt x="4447" y="37"/>
                  </a:cubicBezTo>
                  <a:cubicBezTo>
                    <a:pt x="4008" y="123"/>
                    <a:pt x="3588" y="325"/>
                    <a:pt x="3206" y="551"/>
                  </a:cubicBezTo>
                  <a:cubicBezTo>
                    <a:pt x="2814" y="789"/>
                    <a:pt x="2457" y="1077"/>
                    <a:pt x="2138" y="1405"/>
                  </a:cubicBezTo>
                  <a:cubicBezTo>
                    <a:pt x="1469" y="2084"/>
                    <a:pt x="957" y="2904"/>
                    <a:pt x="551" y="3761"/>
                  </a:cubicBezTo>
                  <a:cubicBezTo>
                    <a:pt x="338" y="4207"/>
                    <a:pt x="159" y="4668"/>
                    <a:pt x="1" y="5135"/>
                  </a:cubicBezTo>
                  <a:lnTo>
                    <a:pt x="17748" y="5135"/>
                  </a:lnTo>
                  <a:cubicBezTo>
                    <a:pt x="17582" y="4538"/>
                    <a:pt x="17313" y="3977"/>
                    <a:pt x="16917" y="3498"/>
                  </a:cubicBezTo>
                  <a:cubicBezTo>
                    <a:pt x="16327" y="2793"/>
                    <a:pt x="15510" y="2322"/>
                    <a:pt x="14625" y="2092"/>
                  </a:cubicBezTo>
                  <a:cubicBezTo>
                    <a:pt x="14188" y="1978"/>
                    <a:pt x="13743" y="1929"/>
                    <a:pt x="13297" y="1929"/>
                  </a:cubicBezTo>
                  <a:cubicBezTo>
                    <a:pt x="12568" y="1929"/>
                    <a:pt x="11836" y="2061"/>
                    <a:pt x="11135" y="2257"/>
                  </a:cubicBezTo>
                  <a:cubicBezTo>
                    <a:pt x="10670" y="2389"/>
                    <a:pt x="10197" y="2511"/>
                    <a:pt x="9715" y="2511"/>
                  </a:cubicBezTo>
                  <a:cubicBezTo>
                    <a:pt x="9605" y="2511"/>
                    <a:pt x="9494" y="2505"/>
                    <a:pt x="9383" y="2491"/>
                  </a:cubicBezTo>
                  <a:cubicBezTo>
                    <a:pt x="8976" y="2437"/>
                    <a:pt x="8592" y="2282"/>
                    <a:pt x="8239" y="2077"/>
                  </a:cubicBezTo>
                  <a:cubicBezTo>
                    <a:pt x="7573" y="1685"/>
                    <a:pt x="7012" y="1102"/>
                    <a:pt x="6412" y="649"/>
                  </a:cubicBezTo>
                  <a:cubicBezTo>
                    <a:pt x="6264" y="538"/>
                    <a:pt x="6113" y="433"/>
                    <a:pt x="5954" y="339"/>
                  </a:cubicBezTo>
                  <a:cubicBezTo>
                    <a:pt x="5796" y="246"/>
                    <a:pt x="5645" y="171"/>
                    <a:pt x="5487" y="116"/>
                  </a:cubicBezTo>
                  <a:cubicBezTo>
                    <a:pt x="5267" y="40"/>
                    <a:pt x="5043" y="1"/>
                    <a:pt x="4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2"/>
            <p:cNvSpPr/>
            <p:nvPr/>
          </p:nvSpPr>
          <p:spPr>
            <a:xfrm rot="5400000">
              <a:off x="157065" y="89110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2"/>
            <p:cNvSpPr/>
            <p:nvPr/>
          </p:nvSpPr>
          <p:spPr>
            <a:xfrm rot="10800000" flipH="1">
              <a:off x="7963727" y="3585776"/>
              <a:ext cx="1189799" cy="1567250"/>
            </a:xfrm>
            <a:custGeom>
              <a:avLst/>
              <a:gdLst/>
              <a:ahLst/>
              <a:cxnLst/>
              <a:rect l="l" t="t" r="r" b="b"/>
              <a:pathLst>
                <a:path w="7042" h="9276" extrusionOk="0">
                  <a:moveTo>
                    <a:pt x="1" y="1"/>
                  </a:moveTo>
                  <a:cubicBezTo>
                    <a:pt x="116" y="814"/>
                    <a:pt x="544" y="1555"/>
                    <a:pt x="1094" y="2166"/>
                  </a:cubicBezTo>
                  <a:cubicBezTo>
                    <a:pt x="1450" y="2555"/>
                    <a:pt x="1857" y="2861"/>
                    <a:pt x="2314" y="3120"/>
                  </a:cubicBezTo>
                  <a:cubicBezTo>
                    <a:pt x="2778" y="3386"/>
                    <a:pt x="3260" y="3609"/>
                    <a:pt x="3720" y="3886"/>
                  </a:cubicBezTo>
                  <a:cubicBezTo>
                    <a:pt x="4170" y="4152"/>
                    <a:pt x="4587" y="4466"/>
                    <a:pt x="4890" y="4897"/>
                  </a:cubicBezTo>
                  <a:cubicBezTo>
                    <a:pt x="5145" y="5258"/>
                    <a:pt x="5289" y="5675"/>
                    <a:pt x="5390" y="6103"/>
                  </a:cubicBezTo>
                  <a:cubicBezTo>
                    <a:pt x="5592" y="6955"/>
                    <a:pt x="5685" y="7865"/>
                    <a:pt x="6206" y="8603"/>
                  </a:cubicBezTo>
                  <a:cubicBezTo>
                    <a:pt x="6408" y="8891"/>
                    <a:pt x="6692" y="9143"/>
                    <a:pt x="7013" y="9265"/>
                  </a:cubicBezTo>
                  <a:cubicBezTo>
                    <a:pt x="7023" y="9268"/>
                    <a:pt x="7030" y="9273"/>
                    <a:pt x="7041" y="9276"/>
                  </a:cubicBezTo>
                  <a:lnTo>
                    <a:pt x="70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22"/>
          <p:cNvSpPr/>
          <p:nvPr/>
        </p:nvSpPr>
        <p:spPr>
          <a:xfrm rot="5998970">
            <a:off x="-2951937" y="3225943"/>
            <a:ext cx="3922585" cy="3368685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ubTitle" idx="1"/>
          </p:nvPr>
        </p:nvSpPr>
        <p:spPr>
          <a:xfrm>
            <a:off x="4743229" y="1820025"/>
            <a:ext cx="35733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2"/>
          </p:nvPr>
        </p:nvSpPr>
        <p:spPr>
          <a:xfrm>
            <a:off x="827475" y="1820025"/>
            <a:ext cx="35733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3"/>
          <p:cNvSpPr/>
          <p:nvPr/>
        </p:nvSpPr>
        <p:spPr>
          <a:xfrm rot="-5620785" flipH="1">
            <a:off x="8161983" y="-1102921"/>
            <a:ext cx="3922561" cy="3368665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" name="Google Shape;180;p23"/>
          <p:cNvGrpSpPr/>
          <p:nvPr/>
        </p:nvGrpSpPr>
        <p:grpSpPr>
          <a:xfrm>
            <a:off x="-58079" y="-76200"/>
            <a:ext cx="9202083" cy="5243547"/>
            <a:chOff x="-58079" y="-76200"/>
            <a:chExt cx="9202083" cy="5243547"/>
          </a:xfrm>
        </p:grpSpPr>
        <p:sp>
          <p:nvSpPr>
            <p:cNvPr id="181" name="Google Shape;181;p23"/>
            <p:cNvSpPr/>
            <p:nvPr/>
          </p:nvSpPr>
          <p:spPr>
            <a:xfrm flipH="1">
              <a:off x="-58079" y="-76200"/>
              <a:ext cx="2382163" cy="1017717"/>
            </a:xfrm>
            <a:custGeom>
              <a:avLst/>
              <a:gdLst/>
              <a:ahLst/>
              <a:cxnLst/>
              <a:rect l="l" t="t" r="r" b="b"/>
              <a:pathLst>
                <a:path w="12233" h="9632" extrusionOk="0">
                  <a:moveTo>
                    <a:pt x="296" y="0"/>
                  </a:moveTo>
                  <a:cubicBezTo>
                    <a:pt x="188" y="389"/>
                    <a:pt x="112" y="785"/>
                    <a:pt x="76" y="1184"/>
                  </a:cubicBezTo>
                  <a:cubicBezTo>
                    <a:pt x="0" y="2044"/>
                    <a:pt x="123" y="2933"/>
                    <a:pt x="605" y="3663"/>
                  </a:cubicBezTo>
                  <a:cubicBezTo>
                    <a:pt x="853" y="4041"/>
                    <a:pt x="1184" y="4379"/>
                    <a:pt x="1594" y="4577"/>
                  </a:cubicBezTo>
                  <a:cubicBezTo>
                    <a:pt x="1927" y="4737"/>
                    <a:pt x="2297" y="4791"/>
                    <a:pt x="2663" y="4791"/>
                  </a:cubicBezTo>
                  <a:cubicBezTo>
                    <a:pt x="2731" y="4791"/>
                    <a:pt x="2800" y="4789"/>
                    <a:pt x="2868" y="4786"/>
                  </a:cubicBezTo>
                  <a:cubicBezTo>
                    <a:pt x="3800" y="4735"/>
                    <a:pt x="4699" y="4419"/>
                    <a:pt x="5631" y="4386"/>
                  </a:cubicBezTo>
                  <a:cubicBezTo>
                    <a:pt x="5669" y="4385"/>
                    <a:pt x="5707" y="4384"/>
                    <a:pt x="5745" y="4384"/>
                  </a:cubicBezTo>
                  <a:cubicBezTo>
                    <a:pt x="6586" y="4384"/>
                    <a:pt x="7397" y="4685"/>
                    <a:pt x="8030" y="5246"/>
                  </a:cubicBezTo>
                  <a:cubicBezTo>
                    <a:pt x="8653" y="5797"/>
                    <a:pt x="9085" y="6526"/>
                    <a:pt x="9538" y="7214"/>
                  </a:cubicBezTo>
                  <a:cubicBezTo>
                    <a:pt x="9769" y="7563"/>
                    <a:pt x="10006" y="7912"/>
                    <a:pt x="10279" y="8228"/>
                  </a:cubicBezTo>
                  <a:cubicBezTo>
                    <a:pt x="10581" y="8585"/>
                    <a:pt x="10930" y="8897"/>
                    <a:pt x="11318" y="9160"/>
                  </a:cubicBezTo>
                  <a:cubicBezTo>
                    <a:pt x="11599" y="9351"/>
                    <a:pt x="11909" y="9520"/>
                    <a:pt x="12233" y="9631"/>
                  </a:cubicBezTo>
                  <a:lnTo>
                    <a:pt x="122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23"/>
            <p:cNvGrpSpPr/>
            <p:nvPr/>
          </p:nvGrpSpPr>
          <p:grpSpPr>
            <a:xfrm>
              <a:off x="6001676" y="4548927"/>
              <a:ext cx="3142328" cy="618420"/>
              <a:chOff x="6001676" y="4548927"/>
              <a:chExt cx="3142328" cy="618420"/>
            </a:xfrm>
          </p:grpSpPr>
          <p:sp>
            <p:nvSpPr>
              <p:cNvPr id="183" name="Google Shape;183;p23"/>
              <p:cNvSpPr/>
              <p:nvPr/>
            </p:nvSpPr>
            <p:spPr>
              <a:xfrm>
                <a:off x="6001676" y="4682548"/>
                <a:ext cx="3142328" cy="484800"/>
              </a:xfrm>
              <a:custGeom>
                <a:avLst/>
                <a:gdLst/>
                <a:ahLst/>
                <a:cxnLst/>
                <a:rect l="l" t="t" r="r" b="b"/>
                <a:pathLst>
                  <a:path w="17748" h="5136" extrusionOk="0">
                    <a:moveTo>
                      <a:pt x="4819" y="1"/>
                    </a:moveTo>
                    <a:cubicBezTo>
                      <a:pt x="4695" y="1"/>
                      <a:pt x="4571" y="13"/>
                      <a:pt x="4447" y="37"/>
                    </a:cubicBezTo>
                    <a:cubicBezTo>
                      <a:pt x="4008" y="123"/>
                      <a:pt x="3588" y="325"/>
                      <a:pt x="3206" y="551"/>
                    </a:cubicBezTo>
                    <a:cubicBezTo>
                      <a:pt x="2814" y="789"/>
                      <a:pt x="2457" y="1077"/>
                      <a:pt x="2138" y="1405"/>
                    </a:cubicBezTo>
                    <a:cubicBezTo>
                      <a:pt x="1469" y="2084"/>
                      <a:pt x="957" y="2904"/>
                      <a:pt x="551" y="3761"/>
                    </a:cubicBezTo>
                    <a:cubicBezTo>
                      <a:pt x="338" y="4207"/>
                      <a:pt x="159" y="4668"/>
                      <a:pt x="1" y="5135"/>
                    </a:cubicBezTo>
                    <a:lnTo>
                      <a:pt x="17748" y="5135"/>
                    </a:lnTo>
                    <a:cubicBezTo>
                      <a:pt x="17582" y="4538"/>
                      <a:pt x="17313" y="3977"/>
                      <a:pt x="16917" y="3498"/>
                    </a:cubicBezTo>
                    <a:cubicBezTo>
                      <a:pt x="16327" y="2793"/>
                      <a:pt x="15510" y="2322"/>
                      <a:pt x="14625" y="2092"/>
                    </a:cubicBezTo>
                    <a:cubicBezTo>
                      <a:pt x="14188" y="1978"/>
                      <a:pt x="13743" y="1929"/>
                      <a:pt x="13297" y="1929"/>
                    </a:cubicBezTo>
                    <a:cubicBezTo>
                      <a:pt x="12568" y="1929"/>
                      <a:pt x="11836" y="2061"/>
                      <a:pt x="11135" y="2257"/>
                    </a:cubicBezTo>
                    <a:cubicBezTo>
                      <a:pt x="10670" y="2389"/>
                      <a:pt x="10197" y="2511"/>
                      <a:pt x="9715" y="2511"/>
                    </a:cubicBezTo>
                    <a:cubicBezTo>
                      <a:pt x="9605" y="2511"/>
                      <a:pt x="9494" y="2505"/>
                      <a:pt x="9383" y="2491"/>
                    </a:cubicBezTo>
                    <a:cubicBezTo>
                      <a:pt x="8976" y="2437"/>
                      <a:pt x="8592" y="2282"/>
                      <a:pt x="8239" y="2077"/>
                    </a:cubicBezTo>
                    <a:cubicBezTo>
                      <a:pt x="7573" y="1685"/>
                      <a:pt x="7012" y="1102"/>
                      <a:pt x="6412" y="649"/>
                    </a:cubicBezTo>
                    <a:cubicBezTo>
                      <a:pt x="6264" y="538"/>
                      <a:pt x="6113" y="433"/>
                      <a:pt x="5954" y="339"/>
                    </a:cubicBezTo>
                    <a:cubicBezTo>
                      <a:pt x="5796" y="246"/>
                      <a:pt x="5645" y="171"/>
                      <a:pt x="5487" y="116"/>
                    </a:cubicBezTo>
                    <a:cubicBezTo>
                      <a:pt x="5267" y="40"/>
                      <a:pt x="5043" y="1"/>
                      <a:pt x="4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3"/>
              <p:cNvSpPr/>
              <p:nvPr/>
            </p:nvSpPr>
            <p:spPr>
              <a:xfrm rot="-5400000">
                <a:off x="7097790" y="4548927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body" idx="1"/>
          </p:nvPr>
        </p:nvSpPr>
        <p:spPr>
          <a:xfrm>
            <a:off x="872438" y="1476150"/>
            <a:ext cx="3647700" cy="26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2"/>
          </p:nvPr>
        </p:nvSpPr>
        <p:spPr>
          <a:xfrm>
            <a:off x="4623859" y="1476150"/>
            <a:ext cx="3647700" cy="26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89" name="Google Shape;189;p24"/>
          <p:cNvGrpSpPr/>
          <p:nvPr/>
        </p:nvGrpSpPr>
        <p:grpSpPr>
          <a:xfrm>
            <a:off x="0" y="-45596"/>
            <a:ext cx="9217351" cy="5189119"/>
            <a:chOff x="0" y="-45596"/>
            <a:chExt cx="9217351" cy="5189119"/>
          </a:xfrm>
        </p:grpSpPr>
        <p:sp>
          <p:nvSpPr>
            <p:cNvPr id="190" name="Google Shape;190;p24"/>
            <p:cNvSpPr/>
            <p:nvPr/>
          </p:nvSpPr>
          <p:spPr>
            <a:xfrm>
              <a:off x="0" y="2889975"/>
              <a:ext cx="1558778" cy="2253548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67425" y="2687325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5638800" y="-45596"/>
              <a:ext cx="3578551" cy="572699"/>
            </a:xfrm>
            <a:custGeom>
              <a:avLst/>
              <a:gdLst/>
              <a:ahLst/>
              <a:cxnLst/>
              <a:rect l="l" t="t" r="r" b="b"/>
              <a:pathLst>
                <a:path w="8887" h="2926" extrusionOk="0">
                  <a:moveTo>
                    <a:pt x="0" y="0"/>
                  </a:moveTo>
                  <a:cubicBezTo>
                    <a:pt x="136" y="716"/>
                    <a:pt x="370" y="1447"/>
                    <a:pt x="838" y="2018"/>
                  </a:cubicBezTo>
                  <a:cubicBezTo>
                    <a:pt x="1086" y="2324"/>
                    <a:pt x="1396" y="2569"/>
                    <a:pt x="1755" y="2734"/>
                  </a:cubicBezTo>
                  <a:cubicBezTo>
                    <a:pt x="1946" y="2825"/>
                    <a:pt x="2155" y="2896"/>
                    <a:pt x="2368" y="2918"/>
                  </a:cubicBezTo>
                  <a:cubicBezTo>
                    <a:pt x="2416" y="2923"/>
                    <a:pt x="2465" y="2925"/>
                    <a:pt x="2513" y="2925"/>
                  </a:cubicBezTo>
                  <a:cubicBezTo>
                    <a:pt x="2679" y="2925"/>
                    <a:pt x="2843" y="2898"/>
                    <a:pt x="3004" y="2853"/>
                  </a:cubicBezTo>
                  <a:cubicBezTo>
                    <a:pt x="3436" y="2731"/>
                    <a:pt x="3828" y="2493"/>
                    <a:pt x="4231" y="2307"/>
                  </a:cubicBezTo>
                  <a:cubicBezTo>
                    <a:pt x="4440" y="2209"/>
                    <a:pt x="4656" y="2119"/>
                    <a:pt x="4879" y="2062"/>
                  </a:cubicBezTo>
                  <a:cubicBezTo>
                    <a:pt x="5066" y="2015"/>
                    <a:pt x="5261" y="1998"/>
                    <a:pt x="5456" y="1998"/>
                  </a:cubicBezTo>
                  <a:cubicBezTo>
                    <a:pt x="5530" y="1998"/>
                    <a:pt x="5604" y="2001"/>
                    <a:pt x="5677" y="2005"/>
                  </a:cubicBezTo>
                  <a:cubicBezTo>
                    <a:pt x="6047" y="2029"/>
                    <a:pt x="6423" y="2101"/>
                    <a:pt x="6794" y="2101"/>
                  </a:cubicBezTo>
                  <a:cubicBezTo>
                    <a:pt x="6950" y="2101"/>
                    <a:pt x="7106" y="2089"/>
                    <a:pt x="7260" y="2055"/>
                  </a:cubicBezTo>
                  <a:cubicBezTo>
                    <a:pt x="7667" y="1968"/>
                    <a:pt x="8020" y="1727"/>
                    <a:pt x="8296" y="1417"/>
                  </a:cubicBezTo>
                  <a:cubicBezTo>
                    <a:pt x="8638" y="1037"/>
                    <a:pt x="8887" y="507"/>
                    <a:pt x="88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24"/>
          <p:cNvSpPr/>
          <p:nvPr/>
        </p:nvSpPr>
        <p:spPr>
          <a:xfrm rot="-6852635" flipH="1">
            <a:off x="8370682" y="3411391"/>
            <a:ext cx="3922575" cy="3368676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1"/>
          </p:nvPr>
        </p:nvSpPr>
        <p:spPr>
          <a:xfrm>
            <a:off x="1275625" y="2819991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subTitle" idx="2"/>
          </p:nvPr>
        </p:nvSpPr>
        <p:spPr>
          <a:xfrm>
            <a:off x="3574824" y="2819991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3"/>
          </p:nvPr>
        </p:nvSpPr>
        <p:spPr>
          <a:xfrm>
            <a:off x="5874028" y="2819991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ubTitle" idx="4"/>
          </p:nvPr>
        </p:nvSpPr>
        <p:spPr>
          <a:xfrm>
            <a:off x="1275625" y="2451289"/>
            <a:ext cx="1994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ubTitle" idx="5"/>
          </p:nvPr>
        </p:nvSpPr>
        <p:spPr>
          <a:xfrm>
            <a:off x="3574827" y="2451289"/>
            <a:ext cx="1994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6"/>
          </p:nvPr>
        </p:nvSpPr>
        <p:spPr>
          <a:xfrm>
            <a:off x="5874036" y="2451289"/>
            <a:ext cx="1994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02" name="Google Shape;202;p25"/>
          <p:cNvGrpSpPr/>
          <p:nvPr/>
        </p:nvGrpSpPr>
        <p:grpSpPr>
          <a:xfrm>
            <a:off x="-19044" y="-57650"/>
            <a:ext cx="9163039" cy="5201149"/>
            <a:chOff x="-19044" y="-57650"/>
            <a:chExt cx="9163039" cy="5201149"/>
          </a:xfrm>
        </p:grpSpPr>
        <p:sp>
          <p:nvSpPr>
            <p:cNvPr id="203" name="Google Shape;203;p25"/>
            <p:cNvSpPr/>
            <p:nvPr/>
          </p:nvSpPr>
          <p:spPr>
            <a:xfrm flipH="1">
              <a:off x="-19044" y="-57650"/>
              <a:ext cx="638170" cy="2823330"/>
            </a:xfrm>
            <a:custGeom>
              <a:avLst/>
              <a:gdLst/>
              <a:ahLst/>
              <a:cxnLst/>
              <a:rect l="l" t="t" r="r" b="b"/>
              <a:pathLst>
                <a:path w="8045" h="17515" extrusionOk="0">
                  <a:moveTo>
                    <a:pt x="8045" y="1"/>
                  </a:moveTo>
                  <a:cubicBezTo>
                    <a:pt x="7286" y="569"/>
                    <a:pt x="6512" y="1116"/>
                    <a:pt x="5746" y="1670"/>
                  </a:cubicBezTo>
                  <a:cubicBezTo>
                    <a:pt x="4757" y="2393"/>
                    <a:pt x="3818" y="3091"/>
                    <a:pt x="2907" y="3922"/>
                  </a:cubicBezTo>
                  <a:cubicBezTo>
                    <a:pt x="2065" y="4692"/>
                    <a:pt x="1328" y="5484"/>
                    <a:pt x="774" y="6451"/>
                  </a:cubicBezTo>
                  <a:cubicBezTo>
                    <a:pt x="501" y="6926"/>
                    <a:pt x="335" y="7307"/>
                    <a:pt x="187" y="7837"/>
                  </a:cubicBezTo>
                  <a:cubicBezTo>
                    <a:pt x="152" y="7970"/>
                    <a:pt x="119" y="8103"/>
                    <a:pt x="94" y="8239"/>
                  </a:cubicBezTo>
                  <a:cubicBezTo>
                    <a:pt x="84" y="8300"/>
                    <a:pt x="72" y="8365"/>
                    <a:pt x="62" y="8426"/>
                  </a:cubicBezTo>
                  <a:cubicBezTo>
                    <a:pt x="58" y="8452"/>
                    <a:pt x="54" y="8477"/>
                    <a:pt x="51" y="8502"/>
                  </a:cubicBezTo>
                  <a:cubicBezTo>
                    <a:pt x="47" y="8513"/>
                    <a:pt x="44" y="8556"/>
                    <a:pt x="44" y="8559"/>
                  </a:cubicBezTo>
                  <a:cubicBezTo>
                    <a:pt x="11" y="8833"/>
                    <a:pt x="1" y="9110"/>
                    <a:pt x="11" y="9383"/>
                  </a:cubicBezTo>
                  <a:cubicBezTo>
                    <a:pt x="29" y="9956"/>
                    <a:pt x="137" y="10488"/>
                    <a:pt x="325" y="11063"/>
                  </a:cubicBezTo>
                  <a:cubicBezTo>
                    <a:pt x="533" y="11704"/>
                    <a:pt x="839" y="12312"/>
                    <a:pt x="1202" y="12884"/>
                  </a:cubicBezTo>
                  <a:cubicBezTo>
                    <a:pt x="2652" y="15168"/>
                    <a:pt x="5092" y="16694"/>
                    <a:pt x="7671" y="17417"/>
                  </a:cubicBezTo>
                  <a:cubicBezTo>
                    <a:pt x="7793" y="17453"/>
                    <a:pt x="7919" y="17481"/>
                    <a:pt x="8045" y="17514"/>
                  </a:cubicBezTo>
                  <a:lnTo>
                    <a:pt x="80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4" name="Google Shape;204;p25"/>
            <p:cNvGrpSpPr/>
            <p:nvPr/>
          </p:nvGrpSpPr>
          <p:grpSpPr>
            <a:xfrm>
              <a:off x="8153410" y="2434487"/>
              <a:ext cx="990586" cy="2709011"/>
              <a:chOff x="8153410" y="2434488"/>
              <a:chExt cx="990586" cy="2709011"/>
            </a:xfrm>
          </p:grpSpPr>
          <p:sp>
            <p:nvSpPr>
              <p:cNvPr id="205" name="Google Shape;205;p25"/>
              <p:cNvSpPr/>
              <p:nvPr/>
            </p:nvSpPr>
            <p:spPr>
              <a:xfrm rot="10800000">
                <a:off x="8153410" y="2505082"/>
                <a:ext cx="990586" cy="2638417"/>
              </a:xfrm>
              <a:custGeom>
                <a:avLst/>
                <a:gdLst/>
                <a:ahLst/>
                <a:cxnLst/>
                <a:rect l="l" t="t" r="r" b="b"/>
                <a:pathLst>
                  <a:path w="20742" h="25735" extrusionOk="0">
                    <a:moveTo>
                      <a:pt x="0" y="1"/>
                    </a:moveTo>
                    <a:lnTo>
                      <a:pt x="0" y="25735"/>
                    </a:lnTo>
                    <a:cubicBezTo>
                      <a:pt x="1403" y="25595"/>
                      <a:pt x="2789" y="25253"/>
                      <a:pt x="4116" y="24760"/>
                    </a:cubicBezTo>
                    <a:cubicBezTo>
                      <a:pt x="6092" y="24026"/>
                      <a:pt x="7952" y="22940"/>
                      <a:pt x="9560" y="21576"/>
                    </a:cubicBezTo>
                    <a:cubicBezTo>
                      <a:pt x="11067" y="20295"/>
                      <a:pt x="12377" y="18762"/>
                      <a:pt x="13297" y="17007"/>
                    </a:cubicBezTo>
                    <a:cubicBezTo>
                      <a:pt x="13712" y="16222"/>
                      <a:pt x="14082" y="15337"/>
                      <a:pt x="14139" y="14463"/>
                    </a:cubicBezTo>
                    <a:cubicBezTo>
                      <a:pt x="14197" y="13653"/>
                      <a:pt x="13956" y="12888"/>
                      <a:pt x="13229" y="12434"/>
                    </a:cubicBezTo>
                    <a:cubicBezTo>
                      <a:pt x="12510" y="11984"/>
                      <a:pt x="11546" y="11952"/>
                      <a:pt x="10711" y="11815"/>
                    </a:cubicBezTo>
                    <a:cubicBezTo>
                      <a:pt x="9042" y="11549"/>
                      <a:pt x="7110" y="10186"/>
                      <a:pt x="10851" y="8937"/>
                    </a:cubicBezTo>
                    <a:cubicBezTo>
                      <a:pt x="11208" y="8818"/>
                      <a:pt x="11578" y="8736"/>
                      <a:pt x="11927" y="8588"/>
                    </a:cubicBezTo>
                    <a:cubicBezTo>
                      <a:pt x="12374" y="8401"/>
                      <a:pt x="12819" y="8214"/>
                      <a:pt x="13262" y="8019"/>
                    </a:cubicBezTo>
                    <a:cubicBezTo>
                      <a:pt x="14924" y="7297"/>
                      <a:pt x="16575" y="6440"/>
                      <a:pt x="17907" y="5228"/>
                    </a:cubicBezTo>
                    <a:cubicBezTo>
                      <a:pt x="18893" y="4325"/>
                      <a:pt x="19716" y="3224"/>
                      <a:pt x="20234" y="2005"/>
                    </a:cubicBezTo>
                    <a:cubicBezTo>
                      <a:pt x="20349" y="1727"/>
                      <a:pt x="20461" y="1407"/>
                      <a:pt x="20547" y="1101"/>
                    </a:cubicBezTo>
                    <a:cubicBezTo>
                      <a:pt x="20623" y="817"/>
                      <a:pt x="20695" y="469"/>
                      <a:pt x="20723" y="223"/>
                    </a:cubicBezTo>
                    <a:cubicBezTo>
                      <a:pt x="20731" y="148"/>
                      <a:pt x="20738" y="76"/>
                      <a:pt x="207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5"/>
              <p:cNvSpPr/>
              <p:nvPr/>
            </p:nvSpPr>
            <p:spPr>
              <a:xfrm>
                <a:off x="8630400" y="2434488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7" name="Google Shape;207;p25"/>
          <p:cNvSpPr/>
          <p:nvPr/>
        </p:nvSpPr>
        <p:spPr>
          <a:xfrm>
            <a:off x="1439100" y="461340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>
            <a:spLocks noGrp="1"/>
          </p:cNvSpPr>
          <p:nvPr>
            <p:ph type="title"/>
          </p:nvPr>
        </p:nvSpPr>
        <p:spPr>
          <a:xfrm>
            <a:off x="4044825" y="445025"/>
            <a:ext cx="437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subTitle" idx="1"/>
          </p:nvPr>
        </p:nvSpPr>
        <p:spPr>
          <a:xfrm>
            <a:off x="4044837" y="2189054"/>
            <a:ext cx="2062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6"/>
          <p:cNvSpPr txBox="1">
            <a:spLocks noGrp="1"/>
          </p:cNvSpPr>
          <p:nvPr>
            <p:ph type="subTitle" idx="2"/>
          </p:nvPr>
        </p:nvSpPr>
        <p:spPr>
          <a:xfrm>
            <a:off x="6361812" y="2189054"/>
            <a:ext cx="2062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subTitle" idx="3"/>
          </p:nvPr>
        </p:nvSpPr>
        <p:spPr>
          <a:xfrm>
            <a:off x="4044837" y="3603329"/>
            <a:ext cx="2062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ubTitle" idx="4"/>
          </p:nvPr>
        </p:nvSpPr>
        <p:spPr>
          <a:xfrm>
            <a:off x="6361812" y="3603329"/>
            <a:ext cx="2062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ubTitle" idx="5"/>
          </p:nvPr>
        </p:nvSpPr>
        <p:spPr>
          <a:xfrm>
            <a:off x="4044825" y="1815375"/>
            <a:ext cx="2062200" cy="4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subTitle" idx="6"/>
          </p:nvPr>
        </p:nvSpPr>
        <p:spPr>
          <a:xfrm>
            <a:off x="4044825" y="3229800"/>
            <a:ext cx="2062200" cy="4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subTitle" idx="7"/>
          </p:nvPr>
        </p:nvSpPr>
        <p:spPr>
          <a:xfrm>
            <a:off x="6361797" y="1815375"/>
            <a:ext cx="2062200" cy="4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subTitle" idx="8"/>
          </p:nvPr>
        </p:nvSpPr>
        <p:spPr>
          <a:xfrm>
            <a:off x="6361797" y="3229800"/>
            <a:ext cx="2062200" cy="4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/>
          <p:nvPr/>
        </p:nvSpPr>
        <p:spPr>
          <a:xfrm flipH="1">
            <a:off x="8477241" y="-639075"/>
            <a:ext cx="666759" cy="2417947"/>
          </a:xfrm>
          <a:custGeom>
            <a:avLst/>
            <a:gdLst/>
            <a:ahLst/>
            <a:cxnLst/>
            <a:rect l="l" t="t" r="r" b="b"/>
            <a:pathLst>
              <a:path w="9013" h="19015" extrusionOk="0">
                <a:moveTo>
                  <a:pt x="0" y="1"/>
                </a:moveTo>
                <a:lnTo>
                  <a:pt x="0" y="19015"/>
                </a:lnTo>
                <a:cubicBezTo>
                  <a:pt x="1022" y="18385"/>
                  <a:pt x="2061" y="17788"/>
                  <a:pt x="3054" y="17119"/>
                </a:cubicBezTo>
                <a:cubicBezTo>
                  <a:pt x="3879" y="16561"/>
                  <a:pt x="4666" y="15953"/>
                  <a:pt x="5368" y="15244"/>
                </a:cubicBezTo>
                <a:cubicBezTo>
                  <a:pt x="6044" y="14557"/>
                  <a:pt x="6631" y="13780"/>
                  <a:pt x="7142" y="12963"/>
                </a:cubicBezTo>
                <a:cubicBezTo>
                  <a:pt x="8160" y="11348"/>
                  <a:pt x="9012" y="9362"/>
                  <a:pt x="8523" y="7423"/>
                </a:cubicBezTo>
                <a:cubicBezTo>
                  <a:pt x="8059" y="5588"/>
                  <a:pt x="6530" y="4239"/>
                  <a:pt x="5019" y="3224"/>
                </a:cubicBezTo>
                <a:cubicBezTo>
                  <a:pt x="4040" y="2566"/>
                  <a:pt x="3044" y="1932"/>
                  <a:pt x="2054" y="1289"/>
                </a:cubicBezTo>
                <a:cubicBezTo>
                  <a:pt x="1378" y="850"/>
                  <a:pt x="694" y="414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7713450" y="441657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subTitle" idx="1"/>
          </p:nvPr>
        </p:nvSpPr>
        <p:spPr>
          <a:xfrm>
            <a:off x="1071300" y="1978025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2"/>
          </p:nvPr>
        </p:nvSpPr>
        <p:spPr>
          <a:xfrm>
            <a:off x="3582900" y="1978025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ubTitle" idx="3"/>
          </p:nvPr>
        </p:nvSpPr>
        <p:spPr>
          <a:xfrm>
            <a:off x="1071300" y="3603888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subTitle" idx="4"/>
          </p:nvPr>
        </p:nvSpPr>
        <p:spPr>
          <a:xfrm>
            <a:off x="3582900" y="3603888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5"/>
          </p:nvPr>
        </p:nvSpPr>
        <p:spPr>
          <a:xfrm>
            <a:off x="6094500" y="1978025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ubTitle" idx="6"/>
          </p:nvPr>
        </p:nvSpPr>
        <p:spPr>
          <a:xfrm>
            <a:off x="6094500" y="3603888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7"/>
          <p:cNvSpPr txBox="1">
            <a:spLocks noGrp="1"/>
          </p:cNvSpPr>
          <p:nvPr>
            <p:ph type="subTitle" idx="7"/>
          </p:nvPr>
        </p:nvSpPr>
        <p:spPr>
          <a:xfrm>
            <a:off x="1071302" y="1637824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7"/>
          <p:cNvSpPr txBox="1">
            <a:spLocks noGrp="1"/>
          </p:cNvSpPr>
          <p:nvPr>
            <p:ph type="subTitle" idx="8"/>
          </p:nvPr>
        </p:nvSpPr>
        <p:spPr>
          <a:xfrm>
            <a:off x="3582900" y="1637824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subTitle" idx="9"/>
          </p:nvPr>
        </p:nvSpPr>
        <p:spPr>
          <a:xfrm>
            <a:off x="6094498" y="1637824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1" name="Google Shape;231;p27"/>
          <p:cNvSpPr txBox="1">
            <a:spLocks noGrp="1"/>
          </p:cNvSpPr>
          <p:nvPr>
            <p:ph type="subTitle" idx="13"/>
          </p:nvPr>
        </p:nvSpPr>
        <p:spPr>
          <a:xfrm>
            <a:off x="1071302" y="3263663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subTitle" idx="14"/>
          </p:nvPr>
        </p:nvSpPr>
        <p:spPr>
          <a:xfrm>
            <a:off x="3582900" y="3263663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subTitle" idx="15"/>
          </p:nvPr>
        </p:nvSpPr>
        <p:spPr>
          <a:xfrm>
            <a:off x="6094498" y="3263663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34" name="Google Shape;234;p27"/>
          <p:cNvGrpSpPr/>
          <p:nvPr/>
        </p:nvGrpSpPr>
        <p:grpSpPr>
          <a:xfrm>
            <a:off x="5" y="581486"/>
            <a:ext cx="9143995" cy="4562014"/>
            <a:chOff x="5" y="581486"/>
            <a:chExt cx="9143995" cy="4562014"/>
          </a:xfrm>
        </p:grpSpPr>
        <p:sp>
          <p:nvSpPr>
            <p:cNvPr id="235" name="Google Shape;235;p27"/>
            <p:cNvSpPr/>
            <p:nvPr/>
          </p:nvSpPr>
          <p:spPr>
            <a:xfrm rot="5400000">
              <a:off x="-1328759" y="1910250"/>
              <a:ext cx="3142328" cy="484800"/>
            </a:xfrm>
            <a:custGeom>
              <a:avLst/>
              <a:gdLst/>
              <a:ahLst/>
              <a:cxnLst/>
              <a:rect l="l" t="t" r="r" b="b"/>
              <a:pathLst>
                <a:path w="17748" h="5136" extrusionOk="0">
                  <a:moveTo>
                    <a:pt x="4819" y="1"/>
                  </a:moveTo>
                  <a:cubicBezTo>
                    <a:pt x="4695" y="1"/>
                    <a:pt x="4571" y="13"/>
                    <a:pt x="4447" y="37"/>
                  </a:cubicBezTo>
                  <a:cubicBezTo>
                    <a:pt x="4008" y="123"/>
                    <a:pt x="3588" y="325"/>
                    <a:pt x="3206" y="551"/>
                  </a:cubicBezTo>
                  <a:cubicBezTo>
                    <a:pt x="2814" y="789"/>
                    <a:pt x="2457" y="1077"/>
                    <a:pt x="2138" y="1405"/>
                  </a:cubicBezTo>
                  <a:cubicBezTo>
                    <a:pt x="1469" y="2084"/>
                    <a:pt x="957" y="2904"/>
                    <a:pt x="551" y="3761"/>
                  </a:cubicBezTo>
                  <a:cubicBezTo>
                    <a:pt x="338" y="4207"/>
                    <a:pt x="159" y="4668"/>
                    <a:pt x="1" y="5135"/>
                  </a:cubicBezTo>
                  <a:lnTo>
                    <a:pt x="17748" y="5135"/>
                  </a:lnTo>
                  <a:cubicBezTo>
                    <a:pt x="17582" y="4538"/>
                    <a:pt x="17313" y="3977"/>
                    <a:pt x="16917" y="3498"/>
                  </a:cubicBezTo>
                  <a:cubicBezTo>
                    <a:pt x="16327" y="2793"/>
                    <a:pt x="15510" y="2322"/>
                    <a:pt x="14625" y="2092"/>
                  </a:cubicBezTo>
                  <a:cubicBezTo>
                    <a:pt x="14188" y="1978"/>
                    <a:pt x="13743" y="1929"/>
                    <a:pt x="13297" y="1929"/>
                  </a:cubicBezTo>
                  <a:cubicBezTo>
                    <a:pt x="12568" y="1929"/>
                    <a:pt x="11836" y="2061"/>
                    <a:pt x="11135" y="2257"/>
                  </a:cubicBezTo>
                  <a:cubicBezTo>
                    <a:pt x="10670" y="2389"/>
                    <a:pt x="10197" y="2511"/>
                    <a:pt x="9715" y="2511"/>
                  </a:cubicBezTo>
                  <a:cubicBezTo>
                    <a:pt x="9605" y="2511"/>
                    <a:pt x="9494" y="2505"/>
                    <a:pt x="9383" y="2491"/>
                  </a:cubicBezTo>
                  <a:cubicBezTo>
                    <a:pt x="8976" y="2437"/>
                    <a:pt x="8592" y="2282"/>
                    <a:pt x="8239" y="2077"/>
                  </a:cubicBezTo>
                  <a:cubicBezTo>
                    <a:pt x="7573" y="1685"/>
                    <a:pt x="7012" y="1102"/>
                    <a:pt x="6412" y="649"/>
                  </a:cubicBezTo>
                  <a:cubicBezTo>
                    <a:pt x="6264" y="538"/>
                    <a:pt x="6113" y="433"/>
                    <a:pt x="5954" y="339"/>
                  </a:cubicBezTo>
                  <a:cubicBezTo>
                    <a:pt x="5796" y="246"/>
                    <a:pt x="5645" y="171"/>
                    <a:pt x="5487" y="116"/>
                  </a:cubicBezTo>
                  <a:cubicBezTo>
                    <a:pt x="5267" y="40"/>
                    <a:pt x="5043" y="1"/>
                    <a:pt x="4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222725" y="1677600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7"/>
            <p:cNvSpPr/>
            <p:nvPr/>
          </p:nvSpPr>
          <p:spPr>
            <a:xfrm rot="5400000" flipH="1">
              <a:off x="8000980" y="4000480"/>
              <a:ext cx="1247803" cy="1038237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27"/>
          <p:cNvSpPr/>
          <p:nvPr/>
        </p:nvSpPr>
        <p:spPr>
          <a:xfrm>
            <a:off x="8430775" y="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>
            <a:spLocks noGrp="1"/>
          </p:cNvSpPr>
          <p:nvPr>
            <p:ph type="title" hasCustomPrompt="1"/>
          </p:nvPr>
        </p:nvSpPr>
        <p:spPr>
          <a:xfrm>
            <a:off x="713225" y="638350"/>
            <a:ext cx="4056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1" name="Google Shape;241;p28"/>
          <p:cNvSpPr txBox="1">
            <a:spLocks noGrp="1"/>
          </p:cNvSpPr>
          <p:nvPr>
            <p:ph type="subTitle" idx="1"/>
          </p:nvPr>
        </p:nvSpPr>
        <p:spPr>
          <a:xfrm>
            <a:off x="713225" y="1311342"/>
            <a:ext cx="4056300" cy="3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28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2037962"/>
            <a:ext cx="4056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3" name="Google Shape;243;p28"/>
          <p:cNvSpPr txBox="1">
            <a:spLocks noGrp="1"/>
          </p:cNvSpPr>
          <p:nvPr>
            <p:ph type="subTitle" idx="3"/>
          </p:nvPr>
        </p:nvSpPr>
        <p:spPr>
          <a:xfrm>
            <a:off x="713225" y="2710975"/>
            <a:ext cx="4056300" cy="3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28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437549"/>
            <a:ext cx="4056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8"/>
          <p:cNvSpPr txBox="1">
            <a:spLocks noGrp="1"/>
          </p:cNvSpPr>
          <p:nvPr>
            <p:ph type="subTitle" idx="5"/>
          </p:nvPr>
        </p:nvSpPr>
        <p:spPr>
          <a:xfrm>
            <a:off x="713225" y="4110573"/>
            <a:ext cx="4056300" cy="3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-1544750" y="4189050"/>
            <a:ext cx="3494036" cy="2300917"/>
          </a:xfrm>
          <a:custGeom>
            <a:avLst/>
            <a:gdLst/>
            <a:ahLst/>
            <a:cxnLst/>
            <a:rect l="l" t="t" r="r" b="b"/>
            <a:pathLst>
              <a:path w="11187" h="7367" extrusionOk="0">
                <a:moveTo>
                  <a:pt x="4164" y="0"/>
                </a:moveTo>
                <a:cubicBezTo>
                  <a:pt x="3316" y="0"/>
                  <a:pt x="2256" y="570"/>
                  <a:pt x="1303" y="2750"/>
                </a:cubicBezTo>
                <a:cubicBezTo>
                  <a:pt x="1" y="5722"/>
                  <a:pt x="2244" y="7366"/>
                  <a:pt x="4825" y="7366"/>
                </a:cubicBezTo>
                <a:cubicBezTo>
                  <a:pt x="6207" y="7366"/>
                  <a:pt x="7687" y="6894"/>
                  <a:pt x="8769" y="5901"/>
                </a:cubicBezTo>
                <a:cubicBezTo>
                  <a:pt x="11186" y="3678"/>
                  <a:pt x="8009" y="1750"/>
                  <a:pt x="6491" y="1005"/>
                </a:cubicBezTo>
                <a:cubicBezTo>
                  <a:pt x="6099" y="814"/>
                  <a:pt x="5721" y="595"/>
                  <a:pt x="5350" y="364"/>
                </a:cubicBezTo>
                <a:cubicBezTo>
                  <a:pt x="5064" y="186"/>
                  <a:pt x="4649" y="0"/>
                  <a:pt x="41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8"/>
          <p:cNvSpPr/>
          <p:nvPr/>
        </p:nvSpPr>
        <p:spPr>
          <a:xfrm rot="6017970">
            <a:off x="-3094814" y="-661552"/>
            <a:ext cx="3922591" cy="3368691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>
            <a:spLocks noGrp="1"/>
          </p:cNvSpPr>
          <p:nvPr>
            <p:ph type="title" hasCustomPrompt="1"/>
          </p:nvPr>
        </p:nvSpPr>
        <p:spPr>
          <a:xfrm>
            <a:off x="2001750" y="2878014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0" name="Google Shape;250;p29"/>
          <p:cNvSpPr txBox="1">
            <a:spLocks noGrp="1"/>
          </p:cNvSpPr>
          <p:nvPr>
            <p:ph type="subTitle" idx="1"/>
          </p:nvPr>
        </p:nvSpPr>
        <p:spPr>
          <a:xfrm>
            <a:off x="4697687" y="1491585"/>
            <a:ext cx="349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1" name="Google Shape;251;p29"/>
          <p:cNvSpPr txBox="1">
            <a:spLocks noGrp="1"/>
          </p:cNvSpPr>
          <p:nvPr>
            <p:ph type="subTitle" idx="2"/>
          </p:nvPr>
        </p:nvSpPr>
        <p:spPr>
          <a:xfrm>
            <a:off x="4697687" y="1168325"/>
            <a:ext cx="3490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2" name="Google Shape;252;p29"/>
          <p:cNvSpPr txBox="1">
            <a:spLocks noGrp="1"/>
          </p:cNvSpPr>
          <p:nvPr>
            <p:ph type="title" idx="3" hasCustomPrompt="1"/>
          </p:nvPr>
        </p:nvSpPr>
        <p:spPr>
          <a:xfrm>
            <a:off x="2002338" y="1648846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3" name="Google Shape;253;p29"/>
          <p:cNvSpPr txBox="1">
            <a:spLocks noGrp="1"/>
          </p:cNvSpPr>
          <p:nvPr>
            <p:ph type="subTitle" idx="4"/>
          </p:nvPr>
        </p:nvSpPr>
        <p:spPr>
          <a:xfrm>
            <a:off x="4697685" y="2729830"/>
            <a:ext cx="349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5"/>
          </p:nvPr>
        </p:nvSpPr>
        <p:spPr>
          <a:xfrm>
            <a:off x="4697681" y="2406570"/>
            <a:ext cx="3490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5" name="Google Shape;255;p29"/>
          <p:cNvSpPr txBox="1">
            <a:spLocks noGrp="1"/>
          </p:cNvSpPr>
          <p:nvPr>
            <p:ph type="title" idx="6" hasCustomPrompt="1"/>
          </p:nvPr>
        </p:nvSpPr>
        <p:spPr>
          <a:xfrm>
            <a:off x="2002350" y="4113728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29"/>
          <p:cNvSpPr txBox="1">
            <a:spLocks noGrp="1"/>
          </p:cNvSpPr>
          <p:nvPr>
            <p:ph type="subTitle" idx="7"/>
          </p:nvPr>
        </p:nvSpPr>
        <p:spPr>
          <a:xfrm>
            <a:off x="4697683" y="3968075"/>
            <a:ext cx="349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7" name="Google Shape;257;p29"/>
          <p:cNvSpPr txBox="1">
            <a:spLocks noGrp="1"/>
          </p:cNvSpPr>
          <p:nvPr>
            <p:ph type="subTitle" idx="8"/>
          </p:nvPr>
        </p:nvSpPr>
        <p:spPr>
          <a:xfrm>
            <a:off x="4697675" y="3644815"/>
            <a:ext cx="3490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29"/>
          <p:cNvGrpSpPr/>
          <p:nvPr/>
        </p:nvGrpSpPr>
        <p:grpSpPr>
          <a:xfrm>
            <a:off x="-9525" y="11"/>
            <a:ext cx="9163050" cy="5153037"/>
            <a:chOff x="-9525" y="11"/>
            <a:chExt cx="9163050" cy="5153037"/>
          </a:xfrm>
        </p:grpSpPr>
        <p:grpSp>
          <p:nvGrpSpPr>
            <p:cNvPr id="260" name="Google Shape;260;p29"/>
            <p:cNvGrpSpPr/>
            <p:nvPr/>
          </p:nvGrpSpPr>
          <p:grpSpPr>
            <a:xfrm>
              <a:off x="-9525" y="2709275"/>
              <a:ext cx="1558778" cy="2443773"/>
              <a:chOff x="-9525" y="2709275"/>
              <a:chExt cx="1558778" cy="2443773"/>
            </a:xfrm>
          </p:grpSpPr>
          <p:sp>
            <p:nvSpPr>
              <p:cNvPr id="261" name="Google Shape;261;p29"/>
              <p:cNvSpPr/>
              <p:nvPr/>
            </p:nvSpPr>
            <p:spPr>
              <a:xfrm>
                <a:off x="-9525" y="2899500"/>
                <a:ext cx="1558778" cy="2253548"/>
              </a:xfrm>
              <a:custGeom>
                <a:avLst/>
                <a:gdLst/>
                <a:ahLst/>
                <a:cxnLst/>
                <a:rect l="l" t="t" r="r" b="b"/>
                <a:pathLst>
                  <a:path w="16043" h="23193" extrusionOk="0">
                    <a:moveTo>
                      <a:pt x="0" y="1"/>
                    </a:moveTo>
                    <a:lnTo>
                      <a:pt x="0" y="23192"/>
                    </a:lnTo>
                    <a:lnTo>
                      <a:pt x="16042" y="23192"/>
                    </a:lnTo>
                    <a:cubicBezTo>
                      <a:pt x="16002" y="23127"/>
                      <a:pt x="15967" y="23066"/>
                      <a:pt x="15931" y="23005"/>
                    </a:cubicBezTo>
                    <a:cubicBezTo>
                      <a:pt x="15233" y="21904"/>
                      <a:pt x="14186" y="21062"/>
                      <a:pt x="13010" y="20516"/>
                    </a:cubicBezTo>
                    <a:cubicBezTo>
                      <a:pt x="12859" y="20446"/>
                      <a:pt x="12758" y="20403"/>
                      <a:pt x="12625" y="20353"/>
                    </a:cubicBezTo>
                    <a:cubicBezTo>
                      <a:pt x="12517" y="20310"/>
                      <a:pt x="12405" y="20270"/>
                      <a:pt x="12293" y="20235"/>
                    </a:cubicBezTo>
                    <a:cubicBezTo>
                      <a:pt x="12056" y="20159"/>
                      <a:pt x="11815" y="20094"/>
                      <a:pt x="11570" y="20036"/>
                    </a:cubicBezTo>
                    <a:cubicBezTo>
                      <a:pt x="11052" y="19918"/>
                      <a:pt x="10523" y="19828"/>
                      <a:pt x="10001" y="19734"/>
                    </a:cubicBezTo>
                    <a:cubicBezTo>
                      <a:pt x="8955" y="19551"/>
                      <a:pt x="7886" y="19360"/>
                      <a:pt x="6926" y="18885"/>
                    </a:cubicBezTo>
                    <a:cubicBezTo>
                      <a:pt x="5954" y="18407"/>
                      <a:pt x="5234" y="17597"/>
                      <a:pt x="4947" y="16547"/>
                    </a:cubicBezTo>
                    <a:cubicBezTo>
                      <a:pt x="4515" y="14975"/>
                      <a:pt x="5001" y="13399"/>
                      <a:pt x="5580" y="11931"/>
                    </a:cubicBezTo>
                    <a:cubicBezTo>
                      <a:pt x="5875" y="11190"/>
                      <a:pt x="6192" y="10467"/>
                      <a:pt x="6415" y="9701"/>
                    </a:cubicBezTo>
                    <a:cubicBezTo>
                      <a:pt x="6649" y="8902"/>
                      <a:pt x="6810" y="8082"/>
                      <a:pt x="6821" y="7247"/>
                    </a:cubicBezTo>
                    <a:cubicBezTo>
                      <a:pt x="6840" y="5768"/>
                      <a:pt x="6397" y="4336"/>
                      <a:pt x="5544" y="3127"/>
                    </a:cubicBezTo>
                    <a:cubicBezTo>
                      <a:pt x="4799" y="2073"/>
                      <a:pt x="3763" y="1235"/>
                      <a:pt x="2597" y="688"/>
                    </a:cubicBezTo>
                    <a:cubicBezTo>
                      <a:pt x="1781" y="303"/>
                      <a:pt x="900" y="73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>
                <a:off x="153150" y="2709275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3" name="Google Shape;263;p29"/>
            <p:cNvSpPr/>
            <p:nvPr/>
          </p:nvSpPr>
          <p:spPr>
            <a:xfrm rot="-5400000" flipH="1">
              <a:off x="7339961" y="1328775"/>
              <a:ext cx="3142328" cy="484800"/>
            </a:xfrm>
            <a:custGeom>
              <a:avLst/>
              <a:gdLst/>
              <a:ahLst/>
              <a:cxnLst/>
              <a:rect l="l" t="t" r="r" b="b"/>
              <a:pathLst>
                <a:path w="17748" h="5136" extrusionOk="0">
                  <a:moveTo>
                    <a:pt x="4819" y="1"/>
                  </a:moveTo>
                  <a:cubicBezTo>
                    <a:pt x="4695" y="1"/>
                    <a:pt x="4571" y="13"/>
                    <a:pt x="4447" y="37"/>
                  </a:cubicBezTo>
                  <a:cubicBezTo>
                    <a:pt x="4008" y="123"/>
                    <a:pt x="3588" y="325"/>
                    <a:pt x="3206" y="551"/>
                  </a:cubicBezTo>
                  <a:cubicBezTo>
                    <a:pt x="2814" y="789"/>
                    <a:pt x="2457" y="1077"/>
                    <a:pt x="2138" y="1405"/>
                  </a:cubicBezTo>
                  <a:cubicBezTo>
                    <a:pt x="1469" y="2084"/>
                    <a:pt x="957" y="2904"/>
                    <a:pt x="551" y="3761"/>
                  </a:cubicBezTo>
                  <a:cubicBezTo>
                    <a:pt x="338" y="4207"/>
                    <a:pt x="159" y="4668"/>
                    <a:pt x="1" y="5135"/>
                  </a:cubicBezTo>
                  <a:lnTo>
                    <a:pt x="17748" y="5135"/>
                  </a:lnTo>
                  <a:cubicBezTo>
                    <a:pt x="17582" y="4538"/>
                    <a:pt x="17313" y="3977"/>
                    <a:pt x="16917" y="3498"/>
                  </a:cubicBezTo>
                  <a:cubicBezTo>
                    <a:pt x="16327" y="2793"/>
                    <a:pt x="15510" y="2322"/>
                    <a:pt x="14625" y="2092"/>
                  </a:cubicBezTo>
                  <a:cubicBezTo>
                    <a:pt x="14188" y="1978"/>
                    <a:pt x="13743" y="1929"/>
                    <a:pt x="13297" y="1929"/>
                  </a:cubicBezTo>
                  <a:cubicBezTo>
                    <a:pt x="12568" y="1929"/>
                    <a:pt x="11836" y="2061"/>
                    <a:pt x="11135" y="2257"/>
                  </a:cubicBezTo>
                  <a:cubicBezTo>
                    <a:pt x="10670" y="2389"/>
                    <a:pt x="10197" y="2511"/>
                    <a:pt x="9715" y="2511"/>
                  </a:cubicBezTo>
                  <a:cubicBezTo>
                    <a:pt x="9605" y="2511"/>
                    <a:pt x="9494" y="2505"/>
                    <a:pt x="9383" y="2491"/>
                  </a:cubicBezTo>
                  <a:cubicBezTo>
                    <a:pt x="8976" y="2437"/>
                    <a:pt x="8592" y="2282"/>
                    <a:pt x="8239" y="2077"/>
                  </a:cubicBezTo>
                  <a:cubicBezTo>
                    <a:pt x="7573" y="1685"/>
                    <a:pt x="7012" y="1102"/>
                    <a:pt x="6412" y="649"/>
                  </a:cubicBezTo>
                  <a:cubicBezTo>
                    <a:pt x="6264" y="538"/>
                    <a:pt x="6113" y="433"/>
                    <a:pt x="5954" y="339"/>
                  </a:cubicBezTo>
                  <a:cubicBezTo>
                    <a:pt x="5796" y="246"/>
                    <a:pt x="5645" y="171"/>
                    <a:pt x="5487" y="116"/>
                  </a:cubicBezTo>
                  <a:cubicBezTo>
                    <a:pt x="5267" y="40"/>
                    <a:pt x="5043" y="1"/>
                    <a:pt x="48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29"/>
          <p:cNvSpPr/>
          <p:nvPr/>
        </p:nvSpPr>
        <p:spPr>
          <a:xfrm>
            <a:off x="8230425" y="411372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>
            <a:spLocks noGrp="1"/>
          </p:cNvSpPr>
          <p:nvPr>
            <p:ph type="title"/>
          </p:nvPr>
        </p:nvSpPr>
        <p:spPr>
          <a:xfrm>
            <a:off x="3971525" y="694000"/>
            <a:ext cx="4459500" cy="9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0"/>
          <p:cNvSpPr txBox="1">
            <a:spLocks noGrp="1"/>
          </p:cNvSpPr>
          <p:nvPr>
            <p:ph type="subTitle" idx="1"/>
          </p:nvPr>
        </p:nvSpPr>
        <p:spPr>
          <a:xfrm>
            <a:off x="3971525" y="1694148"/>
            <a:ext cx="4459500" cy="12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0"/>
          <p:cNvSpPr/>
          <p:nvPr/>
        </p:nvSpPr>
        <p:spPr>
          <a:xfrm>
            <a:off x="7954202" y="1"/>
            <a:ext cx="1189799" cy="1567250"/>
          </a:xfrm>
          <a:custGeom>
            <a:avLst/>
            <a:gdLst/>
            <a:ahLst/>
            <a:cxnLst/>
            <a:rect l="l" t="t" r="r" b="b"/>
            <a:pathLst>
              <a:path w="7042" h="9276" extrusionOk="0">
                <a:moveTo>
                  <a:pt x="1" y="1"/>
                </a:moveTo>
                <a:cubicBezTo>
                  <a:pt x="116" y="814"/>
                  <a:pt x="544" y="1555"/>
                  <a:pt x="1094" y="2166"/>
                </a:cubicBezTo>
                <a:cubicBezTo>
                  <a:pt x="1450" y="2555"/>
                  <a:pt x="1857" y="2861"/>
                  <a:pt x="2314" y="3120"/>
                </a:cubicBezTo>
                <a:cubicBezTo>
                  <a:pt x="2778" y="3386"/>
                  <a:pt x="3260" y="3609"/>
                  <a:pt x="3720" y="3886"/>
                </a:cubicBezTo>
                <a:cubicBezTo>
                  <a:pt x="4170" y="4152"/>
                  <a:pt x="4587" y="4466"/>
                  <a:pt x="4890" y="4897"/>
                </a:cubicBezTo>
                <a:cubicBezTo>
                  <a:pt x="5145" y="5258"/>
                  <a:pt x="5289" y="5675"/>
                  <a:pt x="5390" y="6103"/>
                </a:cubicBezTo>
                <a:cubicBezTo>
                  <a:pt x="5592" y="6955"/>
                  <a:pt x="5685" y="7865"/>
                  <a:pt x="6206" y="8603"/>
                </a:cubicBezTo>
                <a:cubicBezTo>
                  <a:pt x="6408" y="8891"/>
                  <a:pt x="6692" y="9143"/>
                  <a:pt x="7013" y="9265"/>
                </a:cubicBezTo>
                <a:cubicBezTo>
                  <a:pt x="7023" y="9268"/>
                  <a:pt x="7030" y="9273"/>
                  <a:pt x="7041" y="9276"/>
                </a:cubicBezTo>
                <a:lnTo>
                  <a:pt x="704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0"/>
          <p:cNvSpPr/>
          <p:nvPr/>
        </p:nvSpPr>
        <p:spPr>
          <a:xfrm rot="-4279404">
            <a:off x="4085679" y="-2957230"/>
            <a:ext cx="3922572" cy="3368674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" name="Google Shape;270;p30"/>
          <p:cNvGrpSpPr/>
          <p:nvPr/>
        </p:nvGrpSpPr>
        <p:grpSpPr>
          <a:xfrm rot="-2700000">
            <a:off x="8327828" y="3887114"/>
            <a:ext cx="1454433" cy="1280500"/>
            <a:chOff x="5917100" y="2092158"/>
            <a:chExt cx="1102175" cy="970367"/>
          </a:xfrm>
        </p:grpSpPr>
        <p:sp>
          <p:nvSpPr>
            <p:cNvPr id="271" name="Google Shape;271;p30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30"/>
          <p:cNvSpPr txBox="1"/>
          <p:nvPr/>
        </p:nvSpPr>
        <p:spPr>
          <a:xfrm>
            <a:off x="3971525" y="3758375"/>
            <a:ext cx="44595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and infographics &amp; images by </a:t>
            </a:r>
            <a:r>
              <a:rPr lang="en" sz="1000" b="1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31"/>
          <p:cNvGrpSpPr/>
          <p:nvPr/>
        </p:nvGrpSpPr>
        <p:grpSpPr>
          <a:xfrm rot="-3841284">
            <a:off x="31098" y="3763536"/>
            <a:ext cx="1454351" cy="1280427"/>
            <a:chOff x="5917100" y="2092158"/>
            <a:chExt cx="1102175" cy="970367"/>
          </a:xfrm>
        </p:grpSpPr>
        <p:sp>
          <p:nvSpPr>
            <p:cNvPr id="280" name="Google Shape;280;p31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1"/>
          <p:cNvGrpSpPr/>
          <p:nvPr/>
        </p:nvGrpSpPr>
        <p:grpSpPr>
          <a:xfrm>
            <a:off x="-76205" y="-76198"/>
            <a:ext cx="1818296" cy="2255930"/>
            <a:chOff x="-76205" y="-76198"/>
            <a:chExt cx="1818296" cy="2255930"/>
          </a:xfrm>
        </p:grpSpPr>
        <p:sp>
          <p:nvSpPr>
            <p:cNvPr id="287" name="Google Shape;287;p31"/>
            <p:cNvSpPr/>
            <p:nvPr/>
          </p:nvSpPr>
          <p:spPr>
            <a:xfrm>
              <a:off x="-76205" y="-76198"/>
              <a:ext cx="1818296" cy="2255930"/>
            </a:xfrm>
            <a:custGeom>
              <a:avLst/>
              <a:gdLst/>
              <a:ahLst/>
              <a:cxnLst/>
              <a:rect l="l" t="t" r="r" b="b"/>
              <a:pathLst>
                <a:path w="20742" h="25735" extrusionOk="0">
                  <a:moveTo>
                    <a:pt x="0" y="1"/>
                  </a:moveTo>
                  <a:lnTo>
                    <a:pt x="0" y="25735"/>
                  </a:lnTo>
                  <a:cubicBezTo>
                    <a:pt x="1403" y="25595"/>
                    <a:pt x="2789" y="25253"/>
                    <a:pt x="4116" y="24760"/>
                  </a:cubicBezTo>
                  <a:cubicBezTo>
                    <a:pt x="6092" y="24026"/>
                    <a:pt x="7952" y="22940"/>
                    <a:pt x="9560" y="21576"/>
                  </a:cubicBezTo>
                  <a:cubicBezTo>
                    <a:pt x="11067" y="20295"/>
                    <a:pt x="12377" y="18762"/>
                    <a:pt x="13297" y="17007"/>
                  </a:cubicBezTo>
                  <a:cubicBezTo>
                    <a:pt x="13712" y="16222"/>
                    <a:pt x="14082" y="15337"/>
                    <a:pt x="14139" y="14463"/>
                  </a:cubicBezTo>
                  <a:cubicBezTo>
                    <a:pt x="14197" y="13653"/>
                    <a:pt x="13956" y="12888"/>
                    <a:pt x="13229" y="12434"/>
                  </a:cubicBezTo>
                  <a:cubicBezTo>
                    <a:pt x="12510" y="11984"/>
                    <a:pt x="11546" y="11952"/>
                    <a:pt x="10711" y="11815"/>
                  </a:cubicBezTo>
                  <a:cubicBezTo>
                    <a:pt x="9042" y="11549"/>
                    <a:pt x="7110" y="10186"/>
                    <a:pt x="10851" y="8937"/>
                  </a:cubicBezTo>
                  <a:cubicBezTo>
                    <a:pt x="11208" y="8818"/>
                    <a:pt x="11578" y="8736"/>
                    <a:pt x="11927" y="8588"/>
                  </a:cubicBezTo>
                  <a:cubicBezTo>
                    <a:pt x="12374" y="8401"/>
                    <a:pt x="12819" y="8214"/>
                    <a:pt x="13262" y="8019"/>
                  </a:cubicBezTo>
                  <a:cubicBezTo>
                    <a:pt x="14924" y="7297"/>
                    <a:pt x="16575" y="6440"/>
                    <a:pt x="17907" y="5228"/>
                  </a:cubicBezTo>
                  <a:cubicBezTo>
                    <a:pt x="18893" y="4325"/>
                    <a:pt x="19716" y="3224"/>
                    <a:pt x="20234" y="2005"/>
                  </a:cubicBezTo>
                  <a:cubicBezTo>
                    <a:pt x="20349" y="1727"/>
                    <a:pt x="20461" y="1407"/>
                    <a:pt x="20547" y="1101"/>
                  </a:cubicBezTo>
                  <a:cubicBezTo>
                    <a:pt x="20623" y="817"/>
                    <a:pt x="20695" y="469"/>
                    <a:pt x="20723" y="223"/>
                  </a:cubicBezTo>
                  <a:cubicBezTo>
                    <a:pt x="20731" y="148"/>
                    <a:pt x="20738" y="76"/>
                    <a:pt x="20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463125" y="1706175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/>
          <p:nvPr/>
        </p:nvSpPr>
        <p:spPr>
          <a:xfrm>
            <a:off x="8075500" y="3152325"/>
            <a:ext cx="3494036" cy="2300917"/>
          </a:xfrm>
          <a:custGeom>
            <a:avLst/>
            <a:gdLst/>
            <a:ahLst/>
            <a:cxnLst/>
            <a:rect l="l" t="t" r="r" b="b"/>
            <a:pathLst>
              <a:path w="11187" h="7367" extrusionOk="0">
                <a:moveTo>
                  <a:pt x="4164" y="0"/>
                </a:moveTo>
                <a:cubicBezTo>
                  <a:pt x="3316" y="0"/>
                  <a:pt x="2256" y="570"/>
                  <a:pt x="1303" y="2750"/>
                </a:cubicBezTo>
                <a:cubicBezTo>
                  <a:pt x="1" y="5722"/>
                  <a:pt x="2244" y="7366"/>
                  <a:pt x="4825" y="7366"/>
                </a:cubicBezTo>
                <a:cubicBezTo>
                  <a:pt x="6207" y="7366"/>
                  <a:pt x="7687" y="6894"/>
                  <a:pt x="8769" y="5901"/>
                </a:cubicBezTo>
                <a:cubicBezTo>
                  <a:pt x="11186" y="3678"/>
                  <a:pt x="8009" y="1750"/>
                  <a:pt x="6491" y="1005"/>
                </a:cubicBezTo>
                <a:cubicBezTo>
                  <a:pt x="6099" y="814"/>
                  <a:pt x="5721" y="595"/>
                  <a:pt x="5350" y="364"/>
                </a:cubicBezTo>
                <a:cubicBezTo>
                  <a:pt x="5064" y="186"/>
                  <a:pt x="4649" y="0"/>
                  <a:pt x="416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2"/>
          <p:cNvSpPr/>
          <p:nvPr/>
        </p:nvSpPr>
        <p:spPr>
          <a:xfrm>
            <a:off x="6534975" y="327357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3"/>
          <p:cNvGrpSpPr/>
          <p:nvPr/>
        </p:nvGrpSpPr>
        <p:grpSpPr>
          <a:xfrm>
            <a:off x="2794889" y="-133343"/>
            <a:ext cx="3554222" cy="1347930"/>
            <a:chOff x="2472250" y="-133343"/>
            <a:chExt cx="3554222" cy="1347930"/>
          </a:xfrm>
        </p:grpSpPr>
        <p:sp>
          <p:nvSpPr>
            <p:cNvPr id="294" name="Google Shape;294;p33"/>
            <p:cNvSpPr/>
            <p:nvPr/>
          </p:nvSpPr>
          <p:spPr>
            <a:xfrm>
              <a:off x="2472250" y="-133343"/>
              <a:ext cx="3554222" cy="1170202"/>
            </a:xfrm>
            <a:custGeom>
              <a:avLst/>
              <a:gdLst/>
              <a:ahLst/>
              <a:cxnLst/>
              <a:rect l="l" t="t" r="r" b="b"/>
              <a:pathLst>
                <a:path w="8887" h="2926" extrusionOk="0">
                  <a:moveTo>
                    <a:pt x="0" y="0"/>
                  </a:moveTo>
                  <a:cubicBezTo>
                    <a:pt x="136" y="716"/>
                    <a:pt x="370" y="1447"/>
                    <a:pt x="838" y="2018"/>
                  </a:cubicBezTo>
                  <a:cubicBezTo>
                    <a:pt x="1086" y="2324"/>
                    <a:pt x="1396" y="2569"/>
                    <a:pt x="1755" y="2734"/>
                  </a:cubicBezTo>
                  <a:cubicBezTo>
                    <a:pt x="1946" y="2825"/>
                    <a:pt x="2155" y="2896"/>
                    <a:pt x="2368" y="2918"/>
                  </a:cubicBezTo>
                  <a:cubicBezTo>
                    <a:pt x="2416" y="2923"/>
                    <a:pt x="2465" y="2925"/>
                    <a:pt x="2513" y="2925"/>
                  </a:cubicBezTo>
                  <a:cubicBezTo>
                    <a:pt x="2679" y="2925"/>
                    <a:pt x="2843" y="2898"/>
                    <a:pt x="3004" y="2853"/>
                  </a:cubicBezTo>
                  <a:cubicBezTo>
                    <a:pt x="3436" y="2731"/>
                    <a:pt x="3828" y="2493"/>
                    <a:pt x="4231" y="2307"/>
                  </a:cubicBezTo>
                  <a:cubicBezTo>
                    <a:pt x="4440" y="2209"/>
                    <a:pt x="4656" y="2119"/>
                    <a:pt x="4879" y="2062"/>
                  </a:cubicBezTo>
                  <a:cubicBezTo>
                    <a:pt x="5066" y="2015"/>
                    <a:pt x="5261" y="1998"/>
                    <a:pt x="5456" y="1998"/>
                  </a:cubicBezTo>
                  <a:cubicBezTo>
                    <a:pt x="5530" y="1998"/>
                    <a:pt x="5604" y="2001"/>
                    <a:pt x="5677" y="2005"/>
                  </a:cubicBezTo>
                  <a:cubicBezTo>
                    <a:pt x="6047" y="2029"/>
                    <a:pt x="6423" y="2101"/>
                    <a:pt x="6794" y="2101"/>
                  </a:cubicBezTo>
                  <a:cubicBezTo>
                    <a:pt x="6950" y="2101"/>
                    <a:pt x="7106" y="2089"/>
                    <a:pt x="7260" y="2055"/>
                  </a:cubicBezTo>
                  <a:cubicBezTo>
                    <a:pt x="7667" y="1968"/>
                    <a:pt x="8020" y="1727"/>
                    <a:pt x="8296" y="1417"/>
                  </a:cubicBezTo>
                  <a:cubicBezTo>
                    <a:pt x="8638" y="1037"/>
                    <a:pt x="8887" y="507"/>
                    <a:pt x="88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3429750" y="818888"/>
              <a:ext cx="395700" cy="39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/>
              <a:buNone/>
              <a:defRPr sz="3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www.kaggle.com/datasets/nagpalprabhavalkar/tech-use-and-stress-wellnes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 txBox="1">
            <a:spLocks noGrp="1"/>
          </p:cNvSpPr>
          <p:nvPr>
            <p:ph type="ctrTitle"/>
          </p:nvPr>
        </p:nvSpPr>
        <p:spPr>
          <a:xfrm>
            <a:off x="713225" y="1508475"/>
            <a:ext cx="41139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 Use and Mental Wellbeing</a:t>
            </a:r>
            <a:endParaRPr/>
          </a:p>
        </p:txBody>
      </p:sp>
      <p:sp>
        <p:nvSpPr>
          <p:cNvPr id="307" name="Google Shape;307;p37"/>
          <p:cNvSpPr txBox="1">
            <a:spLocks noGrp="1"/>
          </p:cNvSpPr>
          <p:nvPr>
            <p:ph type="subTitle" idx="1"/>
          </p:nvPr>
        </p:nvSpPr>
        <p:spPr>
          <a:xfrm>
            <a:off x="713225" y="3159225"/>
            <a:ext cx="4113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COMP-3250 Data Analytics I </a:t>
            </a:r>
            <a:endParaRPr/>
          </a:p>
        </p:txBody>
      </p:sp>
      <p:sp>
        <p:nvSpPr>
          <p:cNvPr id="308" name="Google Shape;308;p37"/>
          <p:cNvSpPr/>
          <p:nvPr/>
        </p:nvSpPr>
        <p:spPr>
          <a:xfrm>
            <a:off x="5397250" y="3083025"/>
            <a:ext cx="3746757" cy="2060497"/>
          </a:xfrm>
          <a:custGeom>
            <a:avLst/>
            <a:gdLst/>
            <a:ahLst/>
            <a:cxnLst/>
            <a:rect l="l" t="t" r="r" b="b"/>
            <a:pathLst>
              <a:path w="24364" h="23656" extrusionOk="0">
                <a:moveTo>
                  <a:pt x="23846" y="0"/>
                </a:moveTo>
                <a:cubicBezTo>
                  <a:pt x="23787" y="0"/>
                  <a:pt x="23728" y="2"/>
                  <a:pt x="23670" y="5"/>
                </a:cubicBezTo>
                <a:cubicBezTo>
                  <a:pt x="23364" y="19"/>
                  <a:pt x="23148" y="51"/>
                  <a:pt x="22831" y="141"/>
                </a:cubicBezTo>
                <a:cubicBezTo>
                  <a:pt x="22278" y="303"/>
                  <a:pt x="21781" y="616"/>
                  <a:pt x="21364" y="1055"/>
                </a:cubicBezTo>
                <a:cubicBezTo>
                  <a:pt x="20414" y="2051"/>
                  <a:pt x="20040" y="3512"/>
                  <a:pt x="19770" y="4840"/>
                </a:cubicBezTo>
                <a:cubicBezTo>
                  <a:pt x="19468" y="6315"/>
                  <a:pt x="19274" y="7815"/>
                  <a:pt x="18856" y="9265"/>
                </a:cubicBezTo>
                <a:cubicBezTo>
                  <a:pt x="18464" y="10617"/>
                  <a:pt x="17856" y="11970"/>
                  <a:pt x="16694" y="12830"/>
                </a:cubicBezTo>
                <a:cubicBezTo>
                  <a:pt x="15725" y="13544"/>
                  <a:pt x="14577" y="13770"/>
                  <a:pt x="13415" y="13770"/>
                </a:cubicBezTo>
                <a:cubicBezTo>
                  <a:pt x="12903" y="13770"/>
                  <a:pt x="12388" y="13726"/>
                  <a:pt x="11884" y="13661"/>
                </a:cubicBezTo>
                <a:cubicBezTo>
                  <a:pt x="10723" y="13512"/>
                  <a:pt x="9523" y="13255"/>
                  <a:pt x="8337" y="13255"/>
                </a:cubicBezTo>
                <a:cubicBezTo>
                  <a:pt x="7811" y="13255"/>
                  <a:pt x="7288" y="13306"/>
                  <a:pt x="6771" y="13438"/>
                </a:cubicBezTo>
                <a:cubicBezTo>
                  <a:pt x="5937" y="13654"/>
                  <a:pt x="5167" y="14104"/>
                  <a:pt x="4473" y="14607"/>
                </a:cubicBezTo>
                <a:cubicBezTo>
                  <a:pt x="3829" y="15075"/>
                  <a:pt x="3257" y="15644"/>
                  <a:pt x="2761" y="16266"/>
                </a:cubicBezTo>
                <a:cubicBezTo>
                  <a:pt x="1796" y="17485"/>
                  <a:pt x="1170" y="18943"/>
                  <a:pt x="731" y="20425"/>
                </a:cubicBezTo>
                <a:cubicBezTo>
                  <a:pt x="415" y="21487"/>
                  <a:pt x="192" y="22569"/>
                  <a:pt x="1" y="23655"/>
                </a:cubicBezTo>
                <a:lnTo>
                  <a:pt x="24364" y="23655"/>
                </a:lnTo>
                <a:lnTo>
                  <a:pt x="24364" y="30"/>
                </a:lnTo>
                <a:cubicBezTo>
                  <a:pt x="24357" y="30"/>
                  <a:pt x="24347" y="26"/>
                  <a:pt x="24332" y="26"/>
                </a:cubicBezTo>
                <a:cubicBezTo>
                  <a:pt x="24260" y="19"/>
                  <a:pt x="24191" y="12"/>
                  <a:pt x="24120" y="8"/>
                </a:cubicBezTo>
                <a:cubicBezTo>
                  <a:pt x="24028" y="4"/>
                  <a:pt x="23936" y="0"/>
                  <a:pt x="238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7"/>
          <p:cNvSpPr/>
          <p:nvPr/>
        </p:nvSpPr>
        <p:spPr>
          <a:xfrm flipH="1">
            <a:off x="7550208" y="-639075"/>
            <a:ext cx="1593791" cy="2417947"/>
          </a:xfrm>
          <a:custGeom>
            <a:avLst/>
            <a:gdLst/>
            <a:ahLst/>
            <a:cxnLst/>
            <a:rect l="l" t="t" r="r" b="b"/>
            <a:pathLst>
              <a:path w="9013" h="19015" extrusionOk="0">
                <a:moveTo>
                  <a:pt x="0" y="1"/>
                </a:moveTo>
                <a:lnTo>
                  <a:pt x="0" y="19015"/>
                </a:lnTo>
                <a:cubicBezTo>
                  <a:pt x="1022" y="18385"/>
                  <a:pt x="2061" y="17788"/>
                  <a:pt x="3054" y="17119"/>
                </a:cubicBezTo>
                <a:cubicBezTo>
                  <a:pt x="3879" y="16561"/>
                  <a:pt x="4666" y="15953"/>
                  <a:pt x="5368" y="15244"/>
                </a:cubicBezTo>
                <a:cubicBezTo>
                  <a:pt x="6044" y="14557"/>
                  <a:pt x="6631" y="13780"/>
                  <a:pt x="7142" y="12963"/>
                </a:cubicBezTo>
                <a:cubicBezTo>
                  <a:pt x="8160" y="11348"/>
                  <a:pt x="9012" y="9362"/>
                  <a:pt x="8523" y="7423"/>
                </a:cubicBezTo>
                <a:cubicBezTo>
                  <a:pt x="8059" y="5588"/>
                  <a:pt x="6530" y="4239"/>
                  <a:pt x="5019" y="3224"/>
                </a:cubicBezTo>
                <a:cubicBezTo>
                  <a:pt x="4040" y="2566"/>
                  <a:pt x="3044" y="1932"/>
                  <a:pt x="2054" y="1289"/>
                </a:cubicBezTo>
                <a:cubicBezTo>
                  <a:pt x="1378" y="850"/>
                  <a:pt x="694" y="41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0" name="Google Shape;310;p37"/>
          <p:cNvGrpSpPr/>
          <p:nvPr/>
        </p:nvGrpSpPr>
        <p:grpSpPr>
          <a:xfrm rot="-5803427">
            <a:off x="8032396" y="3715751"/>
            <a:ext cx="1454404" cy="1280474"/>
            <a:chOff x="5917100" y="2092158"/>
            <a:chExt cx="1102175" cy="970367"/>
          </a:xfrm>
        </p:grpSpPr>
        <p:sp>
          <p:nvSpPr>
            <p:cNvPr id="311" name="Google Shape;311;p37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7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7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37"/>
          <p:cNvGrpSpPr/>
          <p:nvPr/>
        </p:nvGrpSpPr>
        <p:grpSpPr>
          <a:xfrm>
            <a:off x="5330195" y="1069416"/>
            <a:ext cx="3169210" cy="3153247"/>
            <a:chOff x="5330195" y="1069416"/>
            <a:chExt cx="3169210" cy="3153247"/>
          </a:xfrm>
        </p:grpSpPr>
        <p:grpSp>
          <p:nvGrpSpPr>
            <p:cNvPr id="318" name="Google Shape;318;p37"/>
            <p:cNvGrpSpPr/>
            <p:nvPr/>
          </p:nvGrpSpPr>
          <p:grpSpPr>
            <a:xfrm>
              <a:off x="5330195" y="1069416"/>
              <a:ext cx="3169210" cy="3153247"/>
              <a:chOff x="1781375" y="2040725"/>
              <a:chExt cx="516200" cy="513600"/>
            </a:xfrm>
          </p:grpSpPr>
          <p:sp>
            <p:nvSpPr>
              <p:cNvPr id="319" name="Google Shape;319;p37"/>
              <p:cNvSpPr/>
              <p:nvPr/>
            </p:nvSpPr>
            <p:spPr>
              <a:xfrm>
                <a:off x="1781375" y="2286825"/>
                <a:ext cx="251225" cy="267500"/>
              </a:xfrm>
              <a:custGeom>
                <a:avLst/>
                <a:gdLst/>
                <a:ahLst/>
                <a:cxnLst/>
                <a:rect l="l" t="t" r="r" b="b"/>
                <a:pathLst>
                  <a:path w="10049" h="10700" fill="none" extrusionOk="0">
                    <a:moveTo>
                      <a:pt x="3666" y="5735"/>
                    </a:moveTo>
                    <a:cubicBezTo>
                      <a:pt x="3120" y="6394"/>
                      <a:pt x="3083" y="7771"/>
                      <a:pt x="4181" y="8660"/>
                    </a:cubicBezTo>
                    <a:cubicBezTo>
                      <a:pt x="5274" y="9552"/>
                      <a:pt x="7206" y="9408"/>
                      <a:pt x="7699" y="8729"/>
                    </a:cubicBezTo>
                    <a:cubicBezTo>
                      <a:pt x="8192" y="8052"/>
                      <a:pt x="7145" y="7279"/>
                      <a:pt x="6562" y="7930"/>
                    </a:cubicBezTo>
                    <a:cubicBezTo>
                      <a:pt x="6383" y="8131"/>
                      <a:pt x="6303" y="8383"/>
                      <a:pt x="6285" y="8635"/>
                    </a:cubicBezTo>
                    <a:cubicBezTo>
                      <a:pt x="6220" y="9455"/>
                      <a:pt x="6782" y="10189"/>
                      <a:pt x="7577" y="10394"/>
                    </a:cubicBezTo>
                    <a:cubicBezTo>
                      <a:pt x="8746" y="10700"/>
                      <a:pt x="10049" y="10189"/>
                      <a:pt x="10049" y="10189"/>
                    </a:cubicBezTo>
                    <a:lnTo>
                      <a:pt x="10049" y="0"/>
                    </a:lnTo>
                    <a:lnTo>
                      <a:pt x="997" y="0"/>
                    </a:lnTo>
                    <a:cubicBezTo>
                      <a:pt x="997" y="0"/>
                      <a:pt x="0" y="2274"/>
                      <a:pt x="1439" y="3299"/>
                    </a:cubicBezTo>
                    <a:cubicBezTo>
                      <a:pt x="1925" y="3645"/>
                      <a:pt x="2547" y="3739"/>
                      <a:pt x="3130" y="3598"/>
                    </a:cubicBezTo>
                    <a:cubicBezTo>
                      <a:pt x="3641" y="3480"/>
                      <a:pt x="4221" y="3184"/>
                      <a:pt x="4296" y="2479"/>
                    </a:cubicBezTo>
                    <a:cubicBezTo>
                      <a:pt x="4432" y="1192"/>
                      <a:pt x="2627" y="752"/>
                      <a:pt x="2504" y="208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7"/>
              <p:cNvSpPr/>
              <p:nvPr/>
            </p:nvSpPr>
            <p:spPr>
              <a:xfrm>
                <a:off x="1799450" y="2375500"/>
                <a:ext cx="6432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3314" fill="none" extrusionOk="0">
                    <a:moveTo>
                      <a:pt x="1195" y="1"/>
                    </a:moveTo>
                    <a:cubicBezTo>
                      <a:pt x="1195" y="1"/>
                      <a:pt x="1" y="2246"/>
                      <a:pt x="2573" y="3314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7"/>
              <p:cNvSpPr/>
              <p:nvPr/>
            </p:nvSpPr>
            <p:spPr>
              <a:xfrm>
                <a:off x="1915200" y="2390250"/>
                <a:ext cx="478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584" fill="none" extrusionOk="0">
                    <a:moveTo>
                      <a:pt x="0" y="249"/>
                    </a:moveTo>
                    <a:cubicBezTo>
                      <a:pt x="0" y="249"/>
                      <a:pt x="1616" y="1"/>
                      <a:pt x="1911" y="1583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7"/>
              <p:cNvSpPr/>
              <p:nvPr/>
            </p:nvSpPr>
            <p:spPr>
              <a:xfrm>
                <a:off x="1946875" y="2350950"/>
                <a:ext cx="35350" cy="523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2095" fill="none" extrusionOk="0">
                    <a:moveTo>
                      <a:pt x="0" y="2094"/>
                    </a:moveTo>
                    <a:cubicBezTo>
                      <a:pt x="0" y="2094"/>
                      <a:pt x="1414" y="1666"/>
                      <a:pt x="975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7"/>
              <p:cNvSpPr/>
              <p:nvPr/>
            </p:nvSpPr>
            <p:spPr>
              <a:xfrm>
                <a:off x="2046325" y="2286825"/>
                <a:ext cx="251250" cy="267500"/>
              </a:xfrm>
              <a:custGeom>
                <a:avLst/>
                <a:gdLst/>
                <a:ahLst/>
                <a:cxnLst/>
                <a:rect l="l" t="t" r="r" b="b"/>
                <a:pathLst>
                  <a:path w="10050" h="10700" fill="none" extrusionOk="0">
                    <a:moveTo>
                      <a:pt x="6383" y="5735"/>
                    </a:moveTo>
                    <a:cubicBezTo>
                      <a:pt x="6930" y="6394"/>
                      <a:pt x="6963" y="7771"/>
                      <a:pt x="5869" y="8660"/>
                    </a:cubicBezTo>
                    <a:cubicBezTo>
                      <a:pt x="4771" y="9552"/>
                      <a:pt x="2843" y="9408"/>
                      <a:pt x="2350" y="8729"/>
                    </a:cubicBezTo>
                    <a:cubicBezTo>
                      <a:pt x="1857" y="8052"/>
                      <a:pt x="2905" y="7279"/>
                      <a:pt x="3487" y="7930"/>
                    </a:cubicBezTo>
                    <a:cubicBezTo>
                      <a:pt x="3667" y="8131"/>
                      <a:pt x="3747" y="8383"/>
                      <a:pt x="3764" y="8635"/>
                    </a:cubicBezTo>
                    <a:cubicBezTo>
                      <a:pt x="3829" y="9455"/>
                      <a:pt x="3267" y="10189"/>
                      <a:pt x="2473" y="10394"/>
                    </a:cubicBezTo>
                    <a:cubicBezTo>
                      <a:pt x="1303" y="10700"/>
                      <a:pt x="1" y="10189"/>
                      <a:pt x="1" y="10189"/>
                    </a:cubicBezTo>
                    <a:lnTo>
                      <a:pt x="1" y="0"/>
                    </a:lnTo>
                    <a:lnTo>
                      <a:pt x="9052" y="0"/>
                    </a:lnTo>
                    <a:cubicBezTo>
                      <a:pt x="9052" y="0"/>
                      <a:pt x="10050" y="2274"/>
                      <a:pt x="8610" y="3299"/>
                    </a:cubicBezTo>
                    <a:cubicBezTo>
                      <a:pt x="8121" y="3645"/>
                      <a:pt x="7503" y="3739"/>
                      <a:pt x="6920" y="3598"/>
                    </a:cubicBezTo>
                    <a:cubicBezTo>
                      <a:pt x="6409" y="3480"/>
                      <a:pt x="5826" y="3184"/>
                      <a:pt x="5754" y="2479"/>
                    </a:cubicBezTo>
                    <a:cubicBezTo>
                      <a:pt x="5613" y="1192"/>
                      <a:pt x="7423" y="752"/>
                      <a:pt x="7546" y="208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7"/>
              <p:cNvSpPr/>
              <p:nvPr/>
            </p:nvSpPr>
            <p:spPr>
              <a:xfrm>
                <a:off x="2215150" y="2375500"/>
                <a:ext cx="64350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3314" fill="none" extrusionOk="0">
                    <a:moveTo>
                      <a:pt x="1379" y="1"/>
                    </a:moveTo>
                    <a:cubicBezTo>
                      <a:pt x="1379" y="1"/>
                      <a:pt x="2573" y="2246"/>
                      <a:pt x="1" y="3314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7"/>
              <p:cNvSpPr/>
              <p:nvPr/>
            </p:nvSpPr>
            <p:spPr>
              <a:xfrm>
                <a:off x="2115950" y="2390250"/>
                <a:ext cx="478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584" fill="none" extrusionOk="0">
                    <a:moveTo>
                      <a:pt x="1911" y="249"/>
                    </a:moveTo>
                    <a:cubicBezTo>
                      <a:pt x="1911" y="249"/>
                      <a:pt x="296" y="1"/>
                      <a:pt x="1" y="1583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7"/>
              <p:cNvSpPr/>
              <p:nvPr/>
            </p:nvSpPr>
            <p:spPr>
              <a:xfrm>
                <a:off x="2096600" y="2350950"/>
                <a:ext cx="35475" cy="52375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2095" fill="none" extrusionOk="0">
                    <a:moveTo>
                      <a:pt x="1419" y="2094"/>
                    </a:moveTo>
                    <a:cubicBezTo>
                      <a:pt x="1419" y="2094"/>
                      <a:pt x="1" y="1666"/>
                      <a:pt x="444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7"/>
              <p:cNvSpPr/>
              <p:nvPr/>
            </p:nvSpPr>
            <p:spPr>
              <a:xfrm>
                <a:off x="2103900" y="2040725"/>
                <a:ext cx="760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4297" fill="none" extrusionOk="0">
                    <a:moveTo>
                      <a:pt x="590" y="4085"/>
                    </a:moveTo>
                    <a:cubicBezTo>
                      <a:pt x="590" y="4085"/>
                      <a:pt x="1" y="1548"/>
                      <a:pt x="648" y="774"/>
                    </a:cubicBezTo>
                    <a:cubicBezTo>
                      <a:pt x="1296" y="1"/>
                      <a:pt x="2925" y="487"/>
                      <a:pt x="2983" y="1476"/>
                    </a:cubicBezTo>
                    <a:cubicBezTo>
                      <a:pt x="3041" y="2469"/>
                      <a:pt x="1191" y="4296"/>
                      <a:pt x="1191" y="4296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7"/>
              <p:cNvSpPr/>
              <p:nvPr/>
            </p:nvSpPr>
            <p:spPr>
              <a:xfrm>
                <a:off x="2075750" y="2054325"/>
                <a:ext cx="3977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3656" fill="none" extrusionOk="0">
                    <a:moveTo>
                      <a:pt x="1318" y="3656"/>
                    </a:moveTo>
                    <a:cubicBezTo>
                      <a:pt x="1318" y="3656"/>
                      <a:pt x="26" y="1918"/>
                      <a:pt x="15" y="1245"/>
                    </a:cubicBezTo>
                    <a:cubicBezTo>
                      <a:pt x="1" y="576"/>
                      <a:pt x="1015" y="1"/>
                      <a:pt x="1590" y="57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7"/>
              <p:cNvSpPr/>
              <p:nvPr/>
            </p:nvSpPr>
            <p:spPr>
              <a:xfrm>
                <a:off x="2138800" y="2078500"/>
                <a:ext cx="71450" cy="7802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121" fill="none" extrusionOk="0">
                    <a:moveTo>
                      <a:pt x="0" y="3120"/>
                    </a:moveTo>
                    <a:cubicBezTo>
                      <a:pt x="0" y="3120"/>
                      <a:pt x="2159" y="2254"/>
                      <a:pt x="2508" y="1419"/>
                    </a:cubicBezTo>
                    <a:cubicBezTo>
                      <a:pt x="2857" y="588"/>
                      <a:pt x="2015" y="1"/>
                      <a:pt x="1533" y="346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7"/>
              <p:cNvSpPr/>
              <p:nvPr/>
            </p:nvSpPr>
            <p:spPr>
              <a:xfrm>
                <a:off x="2089050" y="2175550"/>
                <a:ext cx="26850" cy="111300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4452" fill="none" extrusionOk="0">
                    <a:moveTo>
                      <a:pt x="1" y="4451"/>
                    </a:moveTo>
                    <a:cubicBezTo>
                      <a:pt x="271" y="2785"/>
                      <a:pt x="652" y="836"/>
                      <a:pt x="1073" y="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7"/>
              <p:cNvSpPr/>
              <p:nvPr/>
            </p:nvSpPr>
            <p:spPr>
              <a:xfrm>
                <a:off x="2099300" y="2140900"/>
                <a:ext cx="45375" cy="42675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707" extrusionOk="0">
                    <a:moveTo>
                      <a:pt x="765" y="1"/>
                    </a:moveTo>
                    <a:cubicBezTo>
                      <a:pt x="621" y="1"/>
                      <a:pt x="467" y="29"/>
                      <a:pt x="306" y="99"/>
                    </a:cubicBezTo>
                    <a:cubicBezTo>
                      <a:pt x="306" y="99"/>
                      <a:pt x="1" y="1438"/>
                      <a:pt x="534" y="1679"/>
                    </a:cubicBezTo>
                    <a:cubicBezTo>
                      <a:pt x="576" y="1698"/>
                      <a:pt x="620" y="1707"/>
                      <a:pt x="664" y="1707"/>
                    </a:cubicBezTo>
                    <a:cubicBezTo>
                      <a:pt x="1180" y="1707"/>
                      <a:pt x="1814" y="523"/>
                      <a:pt x="1814" y="523"/>
                    </a:cubicBezTo>
                    <a:cubicBezTo>
                      <a:pt x="1814" y="523"/>
                      <a:pt x="1382" y="1"/>
                      <a:pt x="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7"/>
              <p:cNvSpPr/>
              <p:nvPr/>
            </p:nvSpPr>
            <p:spPr>
              <a:xfrm>
                <a:off x="1936875" y="2073650"/>
                <a:ext cx="79100" cy="105700"/>
              </a:xfrm>
              <a:custGeom>
                <a:avLst/>
                <a:gdLst/>
                <a:ahLst/>
                <a:cxnLst/>
                <a:rect l="l" t="t" r="r" b="b"/>
                <a:pathLst>
                  <a:path w="3164" h="4228" fill="none" extrusionOk="0">
                    <a:moveTo>
                      <a:pt x="2073" y="4142"/>
                    </a:moveTo>
                    <a:cubicBezTo>
                      <a:pt x="2073" y="4142"/>
                      <a:pt x="3163" y="1778"/>
                      <a:pt x="2685" y="890"/>
                    </a:cubicBezTo>
                    <a:cubicBezTo>
                      <a:pt x="2206" y="1"/>
                      <a:pt x="515" y="148"/>
                      <a:pt x="256" y="1106"/>
                    </a:cubicBezTo>
                    <a:cubicBezTo>
                      <a:pt x="0" y="2066"/>
                      <a:pt x="1440" y="4228"/>
                      <a:pt x="1440" y="422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7"/>
              <p:cNvSpPr/>
              <p:nvPr/>
            </p:nvSpPr>
            <p:spPr>
              <a:xfrm>
                <a:off x="1997950" y="2093975"/>
                <a:ext cx="47775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3523" fill="none" extrusionOk="0">
                    <a:moveTo>
                      <a:pt x="0" y="3523"/>
                    </a:moveTo>
                    <a:cubicBezTo>
                      <a:pt x="0" y="3523"/>
                      <a:pt x="1612" y="2080"/>
                      <a:pt x="1760" y="1426"/>
                    </a:cubicBezTo>
                    <a:cubicBezTo>
                      <a:pt x="1911" y="771"/>
                      <a:pt x="1033" y="1"/>
                      <a:pt x="350" y="454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7"/>
              <p:cNvSpPr/>
              <p:nvPr/>
            </p:nvSpPr>
            <p:spPr>
              <a:xfrm>
                <a:off x="1909100" y="2100000"/>
                <a:ext cx="57125" cy="86575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3463" fill="none" extrusionOk="0">
                    <a:moveTo>
                      <a:pt x="2285" y="3462"/>
                    </a:moveTo>
                    <a:cubicBezTo>
                      <a:pt x="2285" y="3462"/>
                      <a:pt x="345" y="2174"/>
                      <a:pt x="173" y="1289"/>
                    </a:cubicBezTo>
                    <a:cubicBezTo>
                      <a:pt x="0" y="404"/>
                      <a:pt x="939" y="1"/>
                      <a:pt x="1342" y="433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7"/>
              <p:cNvSpPr/>
              <p:nvPr/>
            </p:nvSpPr>
            <p:spPr>
              <a:xfrm>
                <a:off x="1984825" y="2209825"/>
                <a:ext cx="540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081" fill="none" extrusionOk="0">
                    <a:moveTo>
                      <a:pt x="198" y="3080"/>
                    </a:moveTo>
                    <a:cubicBezTo>
                      <a:pt x="216" y="1836"/>
                      <a:pt x="173" y="645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7"/>
              <p:cNvSpPr/>
              <p:nvPr/>
            </p:nvSpPr>
            <p:spPr>
              <a:xfrm>
                <a:off x="1960975" y="2174825"/>
                <a:ext cx="39800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1592" h="1718" extrusionOk="0">
                    <a:moveTo>
                      <a:pt x="908" y="0"/>
                    </a:moveTo>
                    <a:cubicBezTo>
                      <a:pt x="404" y="0"/>
                      <a:pt x="1" y="325"/>
                      <a:pt x="1" y="325"/>
                    </a:cubicBezTo>
                    <a:cubicBezTo>
                      <a:pt x="1" y="325"/>
                      <a:pt x="415" y="1718"/>
                      <a:pt x="953" y="1718"/>
                    </a:cubicBezTo>
                    <a:cubicBezTo>
                      <a:pt x="976" y="1718"/>
                      <a:pt x="999" y="1715"/>
                      <a:pt x="1022" y="1710"/>
                    </a:cubicBezTo>
                    <a:cubicBezTo>
                      <a:pt x="1591" y="1584"/>
                      <a:pt x="1562" y="210"/>
                      <a:pt x="1562" y="210"/>
                    </a:cubicBezTo>
                    <a:cubicBezTo>
                      <a:pt x="1341" y="55"/>
                      <a:pt x="1116" y="0"/>
                      <a:pt x="9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37"/>
              <p:cNvSpPr/>
              <p:nvPr/>
            </p:nvSpPr>
            <p:spPr>
              <a:xfrm>
                <a:off x="2190175" y="2145700"/>
                <a:ext cx="69900" cy="62900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2516" fill="none" extrusionOk="0">
                    <a:moveTo>
                      <a:pt x="0" y="2515"/>
                    </a:moveTo>
                    <a:cubicBezTo>
                      <a:pt x="0" y="2515"/>
                      <a:pt x="294" y="1210"/>
                      <a:pt x="1363" y="735"/>
                    </a:cubicBezTo>
                    <a:cubicBezTo>
                      <a:pt x="2435" y="263"/>
                      <a:pt x="2795" y="1"/>
                      <a:pt x="2795" y="1"/>
                    </a:cubicBezTo>
                    <a:cubicBezTo>
                      <a:pt x="2795" y="1"/>
                      <a:pt x="2029" y="1987"/>
                      <a:pt x="0" y="251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7"/>
              <p:cNvSpPr/>
              <p:nvPr/>
            </p:nvSpPr>
            <p:spPr>
              <a:xfrm>
                <a:off x="2141675" y="2246000"/>
                <a:ext cx="905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465" fill="none" extrusionOk="0">
                    <a:moveTo>
                      <a:pt x="1" y="1043"/>
                    </a:moveTo>
                    <a:cubicBezTo>
                      <a:pt x="1" y="1043"/>
                      <a:pt x="839" y="0"/>
                      <a:pt x="2008" y="50"/>
                    </a:cubicBezTo>
                    <a:cubicBezTo>
                      <a:pt x="3181" y="97"/>
                      <a:pt x="3619" y="22"/>
                      <a:pt x="3619" y="22"/>
                    </a:cubicBezTo>
                    <a:cubicBezTo>
                      <a:pt x="3619" y="22"/>
                      <a:pt x="2055" y="1465"/>
                      <a:pt x="1" y="104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7"/>
              <p:cNvSpPr/>
              <p:nvPr/>
            </p:nvSpPr>
            <p:spPr>
              <a:xfrm>
                <a:off x="2129175" y="2165500"/>
                <a:ext cx="41125" cy="86175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3447" fill="none" extrusionOk="0">
                    <a:moveTo>
                      <a:pt x="141" y="3446"/>
                    </a:moveTo>
                    <a:cubicBezTo>
                      <a:pt x="141" y="3446"/>
                      <a:pt x="1288" y="2756"/>
                      <a:pt x="1400" y="1590"/>
                    </a:cubicBezTo>
                    <a:cubicBezTo>
                      <a:pt x="1512" y="424"/>
                      <a:pt x="1645" y="0"/>
                      <a:pt x="1645" y="0"/>
                    </a:cubicBezTo>
                    <a:cubicBezTo>
                      <a:pt x="1645" y="0"/>
                      <a:pt x="1" y="1356"/>
                      <a:pt x="141" y="344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7"/>
              <p:cNvSpPr/>
              <p:nvPr/>
            </p:nvSpPr>
            <p:spPr>
              <a:xfrm>
                <a:off x="2112875" y="2165500"/>
                <a:ext cx="125225" cy="121000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4840" fill="none" extrusionOk="0">
                    <a:moveTo>
                      <a:pt x="5009" y="0"/>
                    </a:moveTo>
                    <a:cubicBezTo>
                      <a:pt x="5009" y="0"/>
                      <a:pt x="1498" y="3040"/>
                      <a:pt x="1" y="483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7"/>
              <p:cNvSpPr/>
              <p:nvPr/>
            </p:nvSpPr>
            <p:spPr>
              <a:xfrm>
                <a:off x="2122050" y="2186275"/>
                <a:ext cx="38100" cy="8950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3580" fill="none" extrusionOk="0">
                    <a:moveTo>
                      <a:pt x="1523" y="0"/>
                    </a:moveTo>
                    <a:cubicBezTo>
                      <a:pt x="1523" y="0"/>
                      <a:pt x="188" y="3223"/>
                      <a:pt x="1" y="358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7"/>
              <p:cNvSpPr/>
              <p:nvPr/>
            </p:nvSpPr>
            <p:spPr>
              <a:xfrm>
                <a:off x="2116850" y="2251650"/>
                <a:ext cx="991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3965" h="1203" fill="none" extrusionOk="0">
                    <a:moveTo>
                      <a:pt x="1" y="1202"/>
                    </a:moveTo>
                    <a:cubicBezTo>
                      <a:pt x="1" y="1202"/>
                      <a:pt x="2209" y="281"/>
                      <a:pt x="3965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7"/>
              <p:cNvSpPr/>
              <p:nvPr/>
            </p:nvSpPr>
            <p:spPr>
              <a:xfrm>
                <a:off x="1811575" y="2155600"/>
                <a:ext cx="69925" cy="62975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2519" fill="none" extrusionOk="0">
                    <a:moveTo>
                      <a:pt x="2797" y="2519"/>
                    </a:moveTo>
                    <a:cubicBezTo>
                      <a:pt x="2797" y="2519"/>
                      <a:pt x="2505" y="1209"/>
                      <a:pt x="1433" y="738"/>
                    </a:cubicBezTo>
                    <a:cubicBezTo>
                      <a:pt x="364" y="263"/>
                      <a:pt x="1" y="0"/>
                      <a:pt x="1" y="0"/>
                    </a:cubicBezTo>
                    <a:cubicBezTo>
                      <a:pt x="1" y="0"/>
                      <a:pt x="768" y="1986"/>
                      <a:pt x="2797" y="251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7"/>
              <p:cNvSpPr/>
              <p:nvPr/>
            </p:nvSpPr>
            <p:spPr>
              <a:xfrm>
                <a:off x="1839550" y="2255975"/>
                <a:ext cx="90525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1465" fill="none" extrusionOk="0">
                    <a:moveTo>
                      <a:pt x="3621" y="1044"/>
                    </a:moveTo>
                    <a:cubicBezTo>
                      <a:pt x="3621" y="1044"/>
                      <a:pt x="2779" y="0"/>
                      <a:pt x="1609" y="47"/>
                    </a:cubicBezTo>
                    <a:cubicBezTo>
                      <a:pt x="440" y="94"/>
                      <a:pt x="1" y="18"/>
                      <a:pt x="1" y="18"/>
                    </a:cubicBezTo>
                    <a:cubicBezTo>
                      <a:pt x="1" y="18"/>
                      <a:pt x="1566" y="1465"/>
                      <a:pt x="3621" y="104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7"/>
              <p:cNvSpPr/>
              <p:nvPr/>
            </p:nvSpPr>
            <p:spPr>
              <a:xfrm>
                <a:off x="1901350" y="2175475"/>
                <a:ext cx="41125" cy="86100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3444" fill="none" extrusionOk="0">
                    <a:moveTo>
                      <a:pt x="1508" y="3444"/>
                    </a:moveTo>
                    <a:cubicBezTo>
                      <a:pt x="1508" y="3444"/>
                      <a:pt x="360" y="2757"/>
                      <a:pt x="249" y="1591"/>
                    </a:cubicBezTo>
                    <a:cubicBezTo>
                      <a:pt x="137" y="425"/>
                      <a:pt x="0" y="0"/>
                      <a:pt x="0" y="0"/>
                    </a:cubicBezTo>
                    <a:cubicBezTo>
                      <a:pt x="0" y="0"/>
                      <a:pt x="1645" y="1353"/>
                      <a:pt x="1508" y="344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7"/>
              <p:cNvSpPr/>
              <p:nvPr/>
            </p:nvSpPr>
            <p:spPr>
              <a:xfrm>
                <a:off x="1833625" y="2175475"/>
                <a:ext cx="116950" cy="111375"/>
              </a:xfrm>
              <a:custGeom>
                <a:avLst/>
                <a:gdLst/>
                <a:ahLst/>
                <a:cxnLst/>
                <a:rect l="l" t="t" r="r" b="b"/>
                <a:pathLst>
                  <a:path w="4678" h="4455" fill="none" extrusionOk="0">
                    <a:moveTo>
                      <a:pt x="1" y="0"/>
                    </a:moveTo>
                    <a:cubicBezTo>
                      <a:pt x="1" y="0"/>
                      <a:pt x="3041" y="2634"/>
                      <a:pt x="4678" y="4454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7"/>
              <p:cNvSpPr/>
              <p:nvPr/>
            </p:nvSpPr>
            <p:spPr>
              <a:xfrm>
                <a:off x="1911600" y="2196150"/>
                <a:ext cx="38000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3581" fill="none" extrusionOk="0">
                    <a:moveTo>
                      <a:pt x="0" y="1"/>
                    </a:moveTo>
                    <a:cubicBezTo>
                      <a:pt x="0" y="1"/>
                      <a:pt x="1335" y="3228"/>
                      <a:pt x="1519" y="358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7"/>
              <p:cNvSpPr/>
              <p:nvPr/>
            </p:nvSpPr>
            <p:spPr>
              <a:xfrm>
                <a:off x="1855675" y="2261550"/>
                <a:ext cx="86975" cy="25300"/>
              </a:xfrm>
              <a:custGeom>
                <a:avLst/>
                <a:gdLst/>
                <a:ahLst/>
                <a:cxnLst/>
                <a:rect l="l" t="t" r="r" b="b"/>
                <a:pathLst>
                  <a:path w="3479" h="1012" fill="none" extrusionOk="0">
                    <a:moveTo>
                      <a:pt x="3479" y="1011"/>
                    </a:moveTo>
                    <a:cubicBezTo>
                      <a:pt x="2727" y="724"/>
                      <a:pt x="1252" y="202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9" name="Google Shape;349;p37"/>
            <p:cNvSpPr/>
            <p:nvPr/>
          </p:nvSpPr>
          <p:spPr>
            <a:xfrm>
              <a:off x="6871976" y="1897090"/>
              <a:ext cx="256494" cy="255807"/>
            </a:xfrm>
            <a:custGeom>
              <a:avLst/>
              <a:gdLst/>
              <a:ahLst/>
              <a:cxnLst/>
              <a:rect l="l" t="t" r="r" b="b"/>
              <a:pathLst>
                <a:path w="1134" h="1131" extrusionOk="0">
                  <a:moveTo>
                    <a:pt x="566" y="1"/>
                  </a:moveTo>
                  <a:cubicBezTo>
                    <a:pt x="490" y="275"/>
                    <a:pt x="277" y="490"/>
                    <a:pt x="0" y="566"/>
                  </a:cubicBezTo>
                  <a:cubicBezTo>
                    <a:pt x="277" y="642"/>
                    <a:pt x="490" y="857"/>
                    <a:pt x="566" y="1130"/>
                  </a:cubicBezTo>
                  <a:cubicBezTo>
                    <a:pt x="641" y="857"/>
                    <a:pt x="857" y="642"/>
                    <a:pt x="1134" y="566"/>
                  </a:cubicBezTo>
                  <a:cubicBezTo>
                    <a:pt x="857" y="490"/>
                    <a:pt x="641" y="275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6030958" y="1221137"/>
              <a:ext cx="116711" cy="116708"/>
            </a:xfrm>
            <a:custGeom>
              <a:avLst/>
              <a:gdLst/>
              <a:ahLst/>
              <a:cxnLst/>
              <a:rect l="l" t="t" r="r" b="b"/>
              <a:pathLst>
                <a:path w="516" h="516" extrusionOk="0">
                  <a:moveTo>
                    <a:pt x="260" y="1"/>
                  </a:moveTo>
                  <a:cubicBezTo>
                    <a:pt x="223" y="127"/>
                    <a:pt x="127" y="223"/>
                    <a:pt x="0" y="260"/>
                  </a:cubicBezTo>
                  <a:cubicBezTo>
                    <a:pt x="127" y="292"/>
                    <a:pt x="223" y="389"/>
                    <a:pt x="260" y="515"/>
                  </a:cubicBezTo>
                  <a:cubicBezTo>
                    <a:pt x="291" y="389"/>
                    <a:pt x="389" y="292"/>
                    <a:pt x="515" y="260"/>
                  </a:cubicBezTo>
                  <a:cubicBezTo>
                    <a:pt x="389" y="223"/>
                    <a:pt x="291" y="127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 and Roles</a:t>
            </a:r>
            <a:endParaRPr/>
          </a:p>
        </p:txBody>
      </p:sp>
      <p:graphicFrame>
        <p:nvGraphicFramePr>
          <p:cNvPr id="357" name="Google Shape;357;p38"/>
          <p:cNvGraphicFramePr/>
          <p:nvPr>
            <p:extLst>
              <p:ext uri="{D42A27DB-BD31-4B8C-83A1-F6EECF244321}">
                <p14:modId xmlns:p14="http://schemas.microsoft.com/office/powerpoint/2010/main" val="3999615086"/>
              </p:ext>
            </p:extLst>
          </p:nvPr>
        </p:nvGraphicFramePr>
        <p:xfrm>
          <a:off x="720000" y="1734925"/>
          <a:ext cx="7704000" cy="1469810"/>
        </p:xfrm>
        <a:graphic>
          <a:graphicData uri="http://schemas.openxmlformats.org/drawingml/2006/table">
            <a:tbl>
              <a:tblPr>
                <a:noFill/>
                <a:tableStyleId>{C14A44AE-FFC3-40C5-A28E-49A1E99027B1}</a:tableStyleId>
              </a:tblPr>
              <a:tblGrid>
                <a:gridCol w="2717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6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u="sng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John Rafael Diaz Cabangon </a:t>
                      </a:r>
                      <a:r>
                        <a:rPr lang="en-CA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(Lead Data Analyst)</a:t>
                      </a:r>
                      <a:endParaRPr sz="1300" b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Lato"/>
                        <a:cs typeface="Times New Roman" panose="02020603050405020304" pitchFamily="18" charset="0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0"/>
                        <a:t>Managed Power BI dashboard, data cleaning, and project scope</a:t>
                      </a:r>
                      <a:endParaRPr sz="900" b="0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Howaida Nazari (ML Engineer)</a:t>
                      </a:r>
                      <a:endParaRPr sz="1300" b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Lato"/>
                        <a:cs typeface="Times New Roman" panose="02020603050405020304" pitchFamily="18" charset="0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0"/>
                        <a:t>Developed and optimized Python Random Forest model and methodology</a:t>
                      </a:r>
                      <a:endParaRPr sz="900" b="0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b="0"/>
                        <a:t>Kerui Li (Scrum Master)</a:t>
                      </a:r>
                      <a:endParaRPr sz="1300" b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Lato"/>
                        <a:cs typeface="Times New Roman" panose="02020603050405020304" pitchFamily="18" charset="0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CA" sz="900" b="0"/>
                        <a:t>Facilitated Agile sprints, Hive task management, and documentation compliance</a:t>
                      </a:r>
                      <a:endParaRPr sz="900" b="0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Mona Hicham Moussa (Business Analyst)</a:t>
                      </a:r>
                      <a:endParaRPr sz="1300" b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Lato"/>
                        <a:cs typeface="Times New Roman" panose="02020603050405020304" pitchFamily="18" charset="0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0"/>
                        <a:t>Translated data findings into actionable insights and presentation structure</a:t>
                      </a:r>
                      <a:endParaRPr sz="900" b="0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8" name="Google Shape;358;p38"/>
          <p:cNvSpPr txBox="1"/>
          <p:nvPr/>
        </p:nvSpPr>
        <p:spPr>
          <a:xfrm>
            <a:off x="720000" y="1134975"/>
            <a:ext cx="77040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&amp; Hypothesis</a:t>
            </a:r>
            <a:endParaRPr/>
          </a:p>
        </p:txBody>
      </p:sp>
      <p:sp>
        <p:nvSpPr>
          <p:cNvPr id="366" name="Google Shape;366;p39"/>
          <p:cNvSpPr txBox="1">
            <a:spLocks noGrp="1"/>
          </p:cNvSpPr>
          <p:nvPr>
            <p:ph type="subTitle" idx="3"/>
          </p:nvPr>
        </p:nvSpPr>
        <p:spPr>
          <a:xfrm>
            <a:off x="5787680" y="3611030"/>
            <a:ext cx="2310439" cy="858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-US"/>
              <a:t>Optimized technology usage can significantly reduce mental stress</a:t>
            </a:r>
            <a:endParaRPr lang="zh-CN" altLang="en-US"/>
          </a:p>
        </p:txBody>
      </p:sp>
      <p:sp>
        <p:nvSpPr>
          <p:cNvPr id="367" name="Google Shape;367;p39"/>
          <p:cNvSpPr txBox="1">
            <a:spLocks noGrp="1"/>
          </p:cNvSpPr>
          <p:nvPr>
            <p:ph type="subTitle" idx="1"/>
          </p:nvPr>
        </p:nvSpPr>
        <p:spPr>
          <a:xfrm>
            <a:off x="713175" y="2139189"/>
            <a:ext cx="2354400" cy="11515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-US"/>
              <a:t>Overuse of digital devices is leading to a decline in global mental health indicators</a:t>
            </a:r>
            <a:endParaRPr lang="zh-CN"/>
          </a:p>
        </p:txBody>
      </p:sp>
      <p:sp>
        <p:nvSpPr>
          <p:cNvPr id="368" name="Google Shape;368;p39"/>
          <p:cNvSpPr txBox="1">
            <a:spLocks noGrp="1"/>
          </p:cNvSpPr>
          <p:nvPr>
            <p:ph type="subTitle" idx="2"/>
          </p:nvPr>
        </p:nvSpPr>
        <p:spPr>
          <a:xfrm>
            <a:off x="2288419" y="3619228"/>
            <a:ext cx="2361726" cy="11515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-US"/>
              <a:t>What is the direct link between the intensity of technology use and mental health?</a:t>
            </a:r>
            <a:endParaRPr lang="zh-CN" altLang="en-US"/>
          </a:p>
        </p:txBody>
      </p:sp>
      <p:sp>
        <p:nvSpPr>
          <p:cNvPr id="370" name="Google Shape;370;p39"/>
          <p:cNvSpPr txBox="1">
            <a:spLocks noGrp="1"/>
          </p:cNvSpPr>
          <p:nvPr>
            <p:ph type="subTitle" idx="5"/>
          </p:nvPr>
        </p:nvSpPr>
        <p:spPr>
          <a:xfrm>
            <a:off x="4369203" y="1948689"/>
            <a:ext cx="2347074" cy="1305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-US"/>
              <a:t>In the wake of the pandemic, society has quickly shifted toward a “always-online” digital lifestyle.</a:t>
            </a:r>
            <a:endParaRPr lang="zh-CN" altLang="en-US"/>
          </a:p>
        </p:txBody>
      </p:sp>
      <p:sp>
        <p:nvSpPr>
          <p:cNvPr id="371" name="Google Shape;371;p39"/>
          <p:cNvSpPr txBox="1">
            <a:spLocks noGrp="1"/>
          </p:cNvSpPr>
          <p:nvPr>
            <p:ph type="title" idx="6"/>
          </p:nvPr>
        </p:nvSpPr>
        <p:spPr>
          <a:xfrm>
            <a:off x="1515259" y="1319600"/>
            <a:ext cx="750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2" name="Google Shape;372;p39"/>
          <p:cNvSpPr txBox="1">
            <a:spLocks noGrp="1"/>
          </p:cNvSpPr>
          <p:nvPr>
            <p:ph type="title" idx="7"/>
          </p:nvPr>
        </p:nvSpPr>
        <p:spPr>
          <a:xfrm>
            <a:off x="6589764" y="2790856"/>
            <a:ext cx="750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73" name="Google Shape;373;p39"/>
          <p:cNvSpPr txBox="1">
            <a:spLocks noGrp="1"/>
          </p:cNvSpPr>
          <p:nvPr>
            <p:ph type="title" idx="8"/>
          </p:nvPr>
        </p:nvSpPr>
        <p:spPr>
          <a:xfrm>
            <a:off x="3090503" y="2799639"/>
            <a:ext cx="750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75" name="Google Shape;375;p39"/>
          <p:cNvSpPr txBox="1">
            <a:spLocks noGrp="1"/>
          </p:cNvSpPr>
          <p:nvPr>
            <p:ph type="title" idx="13"/>
          </p:nvPr>
        </p:nvSpPr>
        <p:spPr>
          <a:xfrm>
            <a:off x="5171287" y="1129100"/>
            <a:ext cx="750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76" name="Google Shape;376;p39"/>
          <p:cNvSpPr txBox="1">
            <a:spLocks noGrp="1"/>
          </p:cNvSpPr>
          <p:nvPr>
            <p:ph type="subTitle" idx="14"/>
          </p:nvPr>
        </p:nvSpPr>
        <p:spPr>
          <a:xfrm>
            <a:off x="713175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Problem</a:t>
            </a:r>
            <a:endParaRPr/>
          </a:p>
        </p:txBody>
      </p:sp>
      <p:sp>
        <p:nvSpPr>
          <p:cNvPr id="377" name="Google Shape;377;p39"/>
          <p:cNvSpPr txBox="1">
            <a:spLocks noGrp="1"/>
          </p:cNvSpPr>
          <p:nvPr>
            <p:ph type="subTitle" idx="15"/>
          </p:nvPr>
        </p:nvSpPr>
        <p:spPr>
          <a:xfrm>
            <a:off x="2288419" y="3281141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CA"/>
              <a:t>The Question</a:t>
            </a:r>
            <a:endParaRPr/>
          </a:p>
        </p:txBody>
      </p:sp>
      <p:sp>
        <p:nvSpPr>
          <p:cNvPr id="378" name="Google Shape;378;p39"/>
          <p:cNvSpPr txBox="1">
            <a:spLocks noGrp="1"/>
          </p:cNvSpPr>
          <p:nvPr>
            <p:ph type="subTitle" idx="16"/>
          </p:nvPr>
        </p:nvSpPr>
        <p:spPr>
          <a:xfrm>
            <a:off x="4369203" y="16106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CA"/>
              <a:t>The Catalyst</a:t>
            </a:r>
            <a:endParaRPr/>
          </a:p>
        </p:txBody>
      </p:sp>
      <p:sp>
        <p:nvSpPr>
          <p:cNvPr id="379" name="Google Shape;379;p39"/>
          <p:cNvSpPr txBox="1">
            <a:spLocks noGrp="1"/>
          </p:cNvSpPr>
          <p:nvPr>
            <p:ph type="subTitle" idx="17"/>
          </p:nvPr>
        </p:nvSpPr>
        <p:spPr>
          <a:xfrm>
            <a:off x="5787680" y="3272425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CA"/>
              <a:t>Our Hypothesis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59"/>
          <p:cNvGrpSpPr/>
          <p:nvPr/>
        </p:nvGrpSpPr>
        <p:grpSpPr>
          <a:xfrm>
            <a:off x="1" y="0"/>
            <a:ext cx="2310974" cy="2647938"/>
            <a:chOff x="1" y="0"/>
            <a:chExt cx="2310974" cy="2647938"/>
          </a:xfrm>
        </p:grpSpPr>
        <p:sp>
          <p:nvSpPr>
            <p:cNvPr id="837" name="Google Shape;837;p59"/>
            <p:cNvSpPr/>
            <p:nvPr/>
          </p:nvSpPr>
          <p:spPr>
            <a:xfrm>
              <a:off x="1" y="0"/>
              <a:ext cx="2134248" cy="2647938"/>
            </a:xfrm>
            <a:custGeom>
              <a:avLst/>
              <a:gdLst/>
              <a:ahLst/>
              <a:cxnLst/>
              <a:rect l="l" t="t" r="r" b="b"/>
              <a:pathLst>
                <a:path w="20742" h="25735" extrusionOk="0">
                  <a:moveTo>
                    <a:pt x="0" y="1"/>
                  </a:moveTo>
                  <a:lnTo>
                    <a:pt x="0" y="25735"/>
                  </a:lnTo>
                  <a:cubicBezTo>
                    <a:pt x="1403" y="25595"/>
                    <a:pt x="2789" y="25253"/>
                    <a:pt x="4116" y="24760"/>
                  </a:cubicBezTo>
                  <a:cubicBezTo>
                    <a:pt x="6092" y="24026"/>
                    <a:pt x="7952" y="22940"/>
                    <a:pt x="9560" y="21576"/>
                  </a:cubicBezTo>
                  <a:cubicBezTo>
                    <a:pt x="11067" y="20295"/>
                    <a:pt x="12377" y="18762"/>
                    <a:pt x="13297" y="17007"/>
                  </a:cubicBezTo>
                  <a:cubicBezTo>
                    <a:pt x="13712" y="16222"/>
                    <a:pt x="14082" y="15337"/>
                    <a:pt x="14139" y="14463"/>
                  </a:cubicBezTo>
                  <a:cubicBezTo>
                    <a:pt x="14197" y="13653"/>
                    <a:pt x="13956" y="12888"/>
                    <a:pt x="13229" y="12434"/>
                  </a:cubicBezTo>
                  <a:cubicBezTo>
                    <a:pt x="12510" y="11984"/>
                    <a:pt x="11546" y="11952"/>
                    <a:pt x="10711" y="11815"/>
                  </a:cubicBezTo>
                  <a:cubicBezTo>
                    <a:pt x="9042" y="11549"/>
                    <a:pt x="7110" y="10186"/>
                    <a:pt x="10851" y="8937"/>
                  </a:cubicBezTo>
                  <a:cubicBezTo>
                    <a:pt x="11208" y="8818"/>
                    <a:pt x="11578" y="8736"/>
                    <a:pt x="11927" y="8588"/>
                  </a:cubicBezTo>
                  <a:cubicBezTo>
                    <a:pt x="12374" y="8401"/>
                    <a:pt x="12819" y="8214"/>
                    <a:pt x="13262" y="8019"/>
                  </a:cubicBezTo>
                  <a:cubicBezTo>
                    <a:pt x="14924" y="7297"/>
                    <a:pt x="16575" y="6440"/>
                    <a:pt x="17907" y="5228"/>
                  </a:cubicBezTo>
                  <a:cubicBezTo>
                    <a:pt x="18893" y="4325"/>
                    <a:pt x="19716" y="3224"/>
                    <a:pt x="20234" y="2005"/>
                  </a:cubicBezTo>
                  <a:cubicBezTo>
                    <a:pt x="20349" y="1727"/>
                    <a:pt x="20461" y="1407"/>
                    <a:pt x="20547" y="1101"/>
                  </a:cubicBezTo>
                  <a:cubicBezTo>
                    <a:pt x="20623" y="817"/>
                    <a:pt x="20695" y="469"/>
                    <a:pt x="20723" y="223"/>
                  </a:cubicBezTo>
                  <a:cubicBezTo>
                    <a:pt x="20731" y="148"/>
                    <a:pt x="20738" y="76"/>
                    <a:pt x="20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9"/>
            <p:cNvSpPr/>
            <p:nvPr/>
          </p:nvSpPr>
          <p:spPr>
            <a:xfrm>
              <a:off x="1915275" y="143800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9" name="Google Shape;839;p59"/>
          <p:cNvSpPr txBox="1">
            <a:spLocks noGrp="1"/>
          </p:cNvSpPr>
          <p:nvPr>
            <p:ph type="title"/>
          </p:nvPr>
        </p:nvSpPr>
        <p:spPr>
          <a:xfrm>
            <a:off x="5680075" y="1326251"/>
            <a:ext cx="2750700" cy="11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/>
              <a:t>The IT Solution and Live Demo</a:t>
            </a:r>
            <a:endParaRPr/>
          </a:p>
        </p:txBody>
      </p:sp>
      <p:sp>
        <p:nvSpPr>
          <p:cNvPr id="840" name="Google Shape;840;p59"/>
          <p:cNvSpPr txBox="1">
            <a:spLocks noGrp="1"/>
          </p:cNvSpPr>
          <p:nvPr>
            <p:ph type="subTitle" idx="1"/>
          </p:nvPr>
        </p:nvSpPr>
        <p:spPr>
          <a:xfrm>
            <a:off x="4872965" y="2330355"/>
            <a:ext cx="4042875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Descriptive Analytics: Power BI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Predictive Analytics: Python Model</a:t>
            </a:r>
          </a:p>
        </p:txBody>
      </p:sp>
      <p:grpSp>
        <p:nvGrpSpPr>
          <p:cNvPr id="841" name="Google Shape;841;p59"/>
          <p:cNvGrpSpPr/>
          <p:nvPr/>
        </p:nvGrpSpPr>
        <p:grpSpPr>
          <a:xfrm>
            <a:off x="713232" y="624002"/>
            <a:ext cx="4042875" cy="3123529"/>
            <a:chOff x="871650" y="964725"/>
            <a:chExt cx="3882900" cy="3123529"/>
          </a:xfrm>
        </p:grpSpPr>
        <p:sp>
          <p:nvSpPr>
            <p:cNvPr id="842" name="Google Shape;842;p59"/>
            <p:cNvSpPr/>
            <p:nvPr/>
          </p:nvSpPr>
          <p:spPr>
            <a:xfrm>
              <a:off x="871650" y="964725"/>
              <a:ext cx="3882900" cy="24372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9"/>
            <p:cNvSpPr/>
            <p:nvPr/>
          </p:nvSpPr>
          <p:spPr>
            <a:xfrm>
              <a:off x="2640276" y="3401925"/>
              <a:ext cx="345300" cy="574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9"/>
            <p:cNvSpPr/>
            <p:nvPr/>
          </p:nvSpPr>
          <p:spPr>
            <a:xfrm>
              <a:off x="1866425" y="3976654"/>
              <a:ext cx="1893300" cy="1116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" name="Google Shape;845;p59"/>
          <p:cNvGrpSpPr/>
          <p:nvPr/>
        </p:nvGrpSpPr>
        <p:grpSpPr>
          <a:xfrm rot="5803427" flipH="1">
            <a:off x="-63854" y="3650376"/>
            <a:ext cx="1454404" cy="1280474"/>
            <a:chOff x="5917100" y="2092158"/>
            <a:chExt cx="1102175" cy="970367"/>
          </a:xfrm>
        </p:grpSpPr>
        <p:sp>
          <p:nvSpPr>
            <p:cNvPr id="846" name="Google Shape;846;p59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9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9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9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9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9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2" name="Google Shape;852;p59"/>
          <p:cNvGrpSpPr/>
          <p:nvPr/>
        </p:nvGrpSpPr>
        <p:grpSpPr>
          <a:xfrm>
            <a:off x="2973208" y="627071"/>
            <a:ext cx="1599187" cy="3247384"/>
            <a:chOff x="5725858" y="1425800"/>
            <a:chExt cx="1599187" cy="3247384"/>
          </a:xfrm>
        </p:grpSpPr>
        <p:sp>
          <p:nvSpPr>
            <p:cNvPr id="853" name="Google Shape;853;p59"/>
            <p:cNvSpPr/>
            <p:nvPr/>
          </p:nvSpPr>
          <p:spPr>
            <a:xfrm>
              <a:off x="7068551" y="4417377"/>
              <a:ext cx="256494" cy="255807"/>
            </a:xfrm>
            <a:custGeom>
              <a:avLst/>
              <a:gdLst/>
              <a:ahLst/>
              <a:cxnLst/>
              <a:rect l="l" t="t" r="r" b="b"/>
              <a:pathLst>
                <a:path w="1134" h="1131" extrusionOk="0">
                  <a:moveTo>
                    <a:pt x="566" y="1"/>
                  </a:moveTo>
                  <a:cubicBezTo>
                    <a:pt x="490" y="275"/>
                    <a:pt x="277" y="490"/>
                    <a:pt x="0" y="566"/>
                  </a:cubicBezTo>
                  <a:cubicBezTo>
                    <a:pt x="277" y="642"/>
                    <a:pt x="490" y="857"/>
                    <a:pt x="566" y="1130"/>
                  </a:cubicBezTo>
                  <a:cubicBezTo>
                    <a:pt x="641" y="857"/>
                    <a:pt x="857" y="642"/>
                    <a:pt x="1134" y="566"/>
                  </a:cubicBezTo>
                  <a:cubicBezTo>
                    <a:pt x="857" y="490"/>
                    <a:pt x="641" y="275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9"/>
            <p:cNvSpPr/>
            <p:nvPr/>
          </p:nvSpPr>
          <p:spPr>
            <a:xfrm>
              <a:off x="5725858" y="1425800"/>
              <a:ext cx="116711" cy="116708"/>
            </a:xfrm>
            <a:custGeom>
              <a:avLst/>
              <a:gdLst/>
              <a:ahLst/>
              <a:cxnLst/>
              <a:rect l="l" t="t" r="r" b="b"/>
              <a:pathLst>
                <a:path w="516" h="516" extrusionOk="0">
                  <a:moveTo>
                    <a:pt x="260" y="1"/>
                  </a:moveTo>
                  <a:cubicBezTo>
                    <a:pt x="223" y="127"/>
                    <a:pt x="127" y="223"/>
                    <a:pt x="0" y="260"/>
                  </a:cubicBezTo>
                  <a:cubicBezTo>
                    <a:pt x="127" y="292"/>
                    <a:pt x="223" y="389"/>
                    <a:pt x="260" y="515"/>
                  </a:cubicBezTo>
                  <a:cubicBezTo>
                    <a:pt x="291" y="389"/>
                    <a:pt x="389" y="292"/>
                    <a:pt x="515" y="260"/>
                  </a:cubicBezTo>
                  <a:cubicBezTo>
                    <a:pt x="389" y="223"/>
                    <a:pt x="291" y="127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55" name="Google Shape;855;p59"/>
          <p:cNvPicPr preferRelativeResize="0"/>
          <p:nvPr/>
        </p:nvPicPr>
        <p:blipFill>
          <a:blip r:embed="rId3">
            <a:alphaModFix/>
          </a:blip>
          <a:srcRect l="693" t="993" b="-1489"/>
          <a:stretch>
            <a:fillRect/>
          </a:stretch>
        </p:blipFill>
        <p:spPr>
          <a:xfrm>
            <a:off x="973190" y="877805"/>
            <a:ext cx="3525908" cy="199704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&amp; Impact</a:t>
            </a:r>
            <a:endParaRPr/>
          </a:p>
        </p:txBody>
      </p:sp>
      <p:sp>
        <p:nvSpPr>
          <p:cNvPr id="511" name="Google Shape;511;p46"/>
          <p:cNvSpPr txBox="1">
            <a:spLocks noGrp="1"/>
          </p:cNvSpPr>
          <p:nvPr>
            <p:ph type="subTitle" idx="1"/>
          </p:nvPr>
        </p:nvSpPr>
        <p:spPr>
          <a:xfrm>
            <a:off x="1026450" y="2819991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Moderate exercise yields highest sleep quality.</a:t>
            </a:r>
            <a:endParaRPr/>
          </a:p>
        </p:txBody>
      </p:sp>
      <p:sp>
        <p:nvSpPr>
          <p:cNvPr id="512" name="Google Shape;512;p46"/>
          <p:cNvSpPr txBox="1">
            <a:spLocks noGrp="1"/>
          </p:cNvSpPr>
          <p:nvPr>
            <p:ph type="subTitle" idx="2"/>
          </p:nvPr>
        </p:nvSpPr>
        <p:spPr>
          <a:xfrm>
            <a:off x="3574824" y="2819991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Gaming and leisure act as relief</a:t>
            </a:r>
            <a:endParaRPr/>
          </a:p>
        </p:txBody>
      </p:sp>
      <p:sp>
        <p:nvSpPr>
          <p:cNvPr id="513" name="Google Shape;513;p46"/>
          <p:cNvSpPr txBox="1">
            <a:spLocks noGrp="1"/>
          </p:cNvSpPr>
          <p:nvPr>
            <p:ph type="subTitle" idx="3"/>
          </p:nvPr>
        </p:nvSpPr>
        <p:spPr>
          <a:xfrm>
            <a:off x="6081847" y="2841907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25-minute mindfulness threshold improves sleep.</a:t>
            </a:r>
            <a:endParaRPr/>
          </a:p>
        </p:txBody>
      </p:sp>
      <p:sp>
        <p:nvSpPr>
          <p:cNvPr id="514" name="Google Shape;514;p46"/>
          <p:cNvSpPr txBox="1">
            <a:spLocks noGrp="1"/>
          </p:cNvSpPr>
          <p:nvPr>
            <p:ph type="subTitle" idx="4"/>
          </p:nvPr>
        </p:nvSpPr>
        <p:spPr>
          <a:xfrm>
            <a:off x="595724" y="2400361"/>
            <a:ext cx="2846102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Activity</a:t>
            </a:r>
            <a:endParaRPr/>
          </a:p>
        </p:txBody>
      </p:sp>
      <p:sp>
        <p:nvSpPr>
          <p:cNvPr id="515" name="Google Shape;515;p46"/>
          <p:cNvSpPr txBox="1">
            <a:spLocks noGrp="1"/>
          </p:cNvSpPr>
          <p:nvPr>
            <p:ph type="subTitle" idx="5"/>
          </p:nvPr>
        </p:nvSpPr>
        <p:spPr>
          <a:xfrm>
            <a:off x="3250113" y="2400361"/>
            <a:ext cx="2639355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Leisure &amp; Gaming</a:t>
            </a:r>
            <a:endParaRPr/>
          </a:p>
        </p:txBody>
      </p:sp>
      <p:sp>
        <p:nvSpPr>
          <p:cNvPr id="516" name="Google Shape;516;p46"/>
          <p:cNvSpPr txBox="1">
            <a:spLocks noGrp="1"/>
          </p:cNvSpPr>
          <p:nvPr>
            <p:ph type="subTitle" idx="6"/>
          </p:nvPr>
        </p:nvSpPr>
        <p:spPr>
          <a:xfrm>
            <a:off x="5764805" y="2407981"/>
            <a:ext cx="3283819" cy="4807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Mindfulness &amp; Practice </a:t>
            </a:r>
            <a:endParaRPr/>
          </a:p>
        </p:txBody>
      </p:sp>
      <p:grpSp>
        <p:nvGrpSpPr>
          <p:cNvPr id="517" name="Google Shape;517;p46"/>
          <p:cNvGrpSpPr/>
          <p:nvPr/>
        </p:nvGrpSpPr>
        <p:grpSpPr>
          <a:xfrm>
            <a:off x="1812942" y="1930626"/>
            <a:ext cx="421430" cy="403136"/>
            <a:chOff x="1973254" y="4156304"/>
            <a:chExt cx="357720" cy="342192"/>
          </a:xfrm>
        </p:grpSpPr>
        <p:sp>
          <p:nvSpPr>
            <p:cNvPr id="518" name="Google Shape;518;p46"/>
            <p:cNvSpPr/>
            <p:nvPr/>
          </p:nvSpPr>
          <p:spPr>
            <a:xfrm>
              <a:off x="2129044" y="4156304"/>
              <a:ext cx="18926" cy="97964"/>
            </a:xfrm>
            <a:custGeom>
              <a:avLst/>
              <a:gdLst/>
              <a:ahLst/>
              <a:cxnLst/>
              <a:rect l="l" t="t" r="r" b="b"/>
              <a:pathLst>
                <a:path w="596" h="3085" extrusionOk="0">
                  <a:moveTo>
                    <a:pt x="417" y="0"/>
                  </a:moveTo>
                  <a:cubicBezTo>
                    <a:pt x="310" y="0"/>
                    <a:pt x="238" y="72"/>
                    <a:pt x="238" y="179"/>
                  </a:cubicBezTo>
                  <a:cubicBezTo>
                    <a:pt x="238" y="358"/>
                    <a:pt x="191" y="453"/>
                    <a:pt x="131" y="560"/>
                  </a:cubicBezTo>
                  <a:cubicBezTo>
                    <a:pt x="72" y="667"/>
                    <a:pt x="0" y="822"/>
                    <a:pt x="0" y="1096"/>
                  </a:cubicBezTo>
                  <a:cubicBezTo>
                    <a:pt x="0" y="1358"/>
                    <a:pt x="72" y="1501"/>
                    <a:pt x="131" y="1632"/>
                  </a:cubicBezTo>
                  <a:cubicBezTo>
                    <a:pt x="191" y="1727"/>
                    <a:pt x="238" y="1822"/>
                    <a:pt x="238" y="2001"/>
                  </a:cubicBezTo>
                  <a:cubicBezTo>
                    <a:pt x="238" y="2179"/>
                    <a:pt x="191" y="2263"/>
                    <a:pt x="131" y="2370"/>
                  </a:cubicBezTo>
                  <a:cubicBezTo>
                    <a:pt x="72" y="2501"/>
                    <a:pt x="0" y="2644"/>
                    <a:pt x="0" y="2906"/>
                  </a:cubicBezTo>
                  <a:cubicBezTo>
                    <a:pt x="0" y="3013"/>
                    <a:pt x="72" y="3084"/>
                    <a:pt x="179" y="3084"/>
                  </a:cubicBezTo>
                  <a:cubicBezTo>
                    <a:pt x="286" y="3084"/>
                    <a:pt x="357" y="3013"/>
                    <a:pt x="357" y="2906"/>
                  </a:cubicBezTo>
                  <a:cubicBezTo>
                    <a:pt x="357" y="2727"/>
                    <a:pt x="405" y="2644"/>
                    <a:pt x="464" y="2536"/>
                  </a:cubicBezTo>
                  <a:cubicBezTo>
                    <a:pt x="524" y="2417"/>
                    <a:pt x="595" y="2263"/>
                    <a:pt x="595" y="2001"/>
                  </a:cubicBezTo>
                  <a:cubicBezTo>
                    <a:pt x="595" y="1727"/>
                    <a:pt x="524" y="1584"/>
                    <a:pt x="464" y="1465"/>
                  </a:cubicBezTo>
                  <a:cubicBezTo>
                    <a:pt x="405" y="1358"/>
                    <a:pt x="357" y="1274"/>
                    <a:pt x="357" y="1096"/>
                  </a:cubicBezTo>
                  <a:cubicBezTo>
                    <a:pt x="357" y="905"/>
                    <a:pt x="405" y="822"/>
                    <a:pt x="464" y="715"/>
                  </a:cubicBezTo>
                  <a:cubicBezTo>
                    <a:pt x="524" y="596"/>
                    <a:pt x="595" y="453"/>
                    <a:pt x="595" y="179"/>
                  </a:cubicBezTo>
                  <a:cubicBezTo>
                    <a:pt x="595" y="72"/>
                    <a:pt x="524" y="0"/>
                    <a:pt x="4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2174771" y="4156304"/>
              <a:ext cx="18958" cy="97964"/>
            </a:xfrm>
            <a:custGeom>
              <a:avLst/>
              <a:gdLst/>
              <a:ahLst/>
              <a:cxnLst/>
              <a:rect l="l" t="t" r="r" b="b"/>
              <a:pathLst>
                <a:path w="597" h="3085" extrusionOk="0">
                  <a:moveTo>
                    <a:pt x="418" y="0"/>
                  </a:moveTo>
                  <a:cubicBezTo>
                    <a:pt x="322" y="0"/>
                    <a:pt x="239" y="72"/>
                    <a:pt x="239" y="179"/>
                  </a:cubicBezTo>
                  <a:cubicBezTo>
                    <a:pt x="239" y="358"/>
                    <a:pt x="191" y="453"/>
                    <a:pt x="144" y="560"/>
                  </a:cubicBezTo>
                  <a:cubicBezTo>
                    <a:pt x="84" y="667"/>
                    <a:pt x="1" y="822"/>
                    <a:pt x="1" y="1096"/>
                  </a:cubicBezTo>
                  <a:cubicBezTo>
                    <a:pt x="1" y="1358"/>
                    <a:pt x="84" y="1501"/>
                    <a:pt x="144" y="1632"/>
                  </a:cubicBezTo>
                  <a:cubicBezTo>
                    <a:pt x="191" y="1727"/>
                    <a:pt x="239" y="1822"/>
                    <a:pt x="239" y="2001"/>
                  </a:cubicBezTo>
                  <a:cubicBezTo>
                    <a:pt x="239" y="2179"/>
                    <a:pt x="191" y="2263"/>
                    <a:pt x="144" y="2370"/>
                  </a:cubicBezTo>
                  <a:cubicBezTo>
                    <a:pt x="84" y="2501"/>
                    <a:pt x="1" y="2644"/>
                    <a:pt x="1" y="2906"/>
                  </a:cubicBezTo>
                  <a:cubicBezTo>
                    <a:pt x="1" y="3013"/>
                    <a:pt x="84" y="3084"/>
                    <a:pt x="179" y="3084"/>
                  </a:cubicBezTo>
                  <a:cubicBezTo>
                    <a:pt x="287" y="3084"/>
                    <a:pt x="358" y="3013"/>
                    <a:pt x="358" y="2906"/>
                  </a:cubicBezTo>
                  <a:cubicBezTo>
                    <a:pt x="358" y="2727"/>
                    <a:pt x="406" y="2644"/>
                    <a:pt x="465" y="2536"/>
                  </a:cubicBezTo>
                  <a:cubicBezTo>
                    <a:pt x="525" y="2417"/>
                    <a:pt x="596" y="2263"/>
                    <a:pt x="596" y="2001"/>
                  </a:cubicBezTo>
                  <a:cubicBezTo>
                    <a:pt x="596" y="1727"/>
                    <a:pt x="525" y="1584"/>
                    <a:pt x="465" y="1465"/>
                  </a:cubicBezTo>
                  <a:cubicBezTo>
                    <a:pt x="406" y="1358"/>
                    <a:pt x="358" y="1274"/>
                    <a:pt x="358" y="1096"/>
                  </a:cubicBezTo>
                  <a:cubicBezTo>
                    <a:pt x="358" y="905"/>
                    <a:pt x="406" y="822"/>
                    <a:pt x="465" y="715"/>
                  </a:cubicBezTo>
                  <a:cubicBezTo>
                    <a:pt x="525" y="596"/>
                    <a:pt x="596" y="453"/>
                    <a:pt x="596" y="179"/>
                  </a:cubicBezTo>
                  <a:cubicBezTo>
                    <a:pt x="596" y="72"/>
                    <a:pt x="525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1992529" y="4460644"/>
              <a:ext cx="338445" cy="37852"/>
            </a:xfrm>
            <a:custGeom>
              <a:avLst/>
              <a:gdLst/>
              <a:ahLst/>
              <a:cxnLst/>
              <a:rect l="l" t="t" r="r" b="b"/>
              <a:pathLst>
                <a:path w="10658" h="1192" extrusionOk="0">
                  <a:moveTo>
                    <a:pt x="10002" y="358"/>
                  </a:moveTo>
                  <a:lnTo>
                    <a:pt x="9931" y="632"/>
                  </a:lnTo>
                  <a:cubicBezTo>
                    <a:pt x="9895" y="751"/>
                    <a:pt x="9764" y="834"/>
                    <a:pt x="9645" y="834"/>
                  </a:cubicBezTo>
                  <a:lnTo>
                    <a:pt x="1013" y="834"/>
                  </a:lnTo>
                  <a:cubicBezTo>
                    <a:pt x="894" y="834"/>
                    <a:pt x="763" y="739"/>
                    <a:pt x="727" y="632"/>
                  </a:cubicBezTo>
                  <a:lnTo>
                    <a:pt x="656" y="358"/>
                  </a:lnTo>
                  <a:close/>
                  <a:moveTo>
                    <a:pt x="180" y="1"/>
                  </a:moveTo>
                  <a:cubicBezTo>
                    <a:pt x="72" y="1"/>
                    <a:pt x="1" y="84"/>
                    <a:pt x="1" y="180"/>
                  </a:cubicBezTo>
                  <a:cubicBezTo>
                    <a:pt x="1" y="287"/>
                    <a:pt x="72" y="358"/>
                    <a:pt x="180" y="358"/>
                  </a:cubicBezTo>
                  <a:lnTo>
                    <a:pt x="287" y="358"/>
                  </a:lnTo>
                  <a:lnTo>
                    <a:pt x="382" y="715"/>
                  </a:lnTo>
                  <a:cubicBezTo>
                    <a:pt x="465" y="989"/>
                    <a:pt x="739" y="1192"/>
                    <a:pt x="1013" y="1192"/>
                  </a:cubicBezTo>
                  <a:lnTo>
                    <a:pt x="9645" y="1192"/>
                  </a:lnTo>
                  <a:cubicBezTo>
                    <a:pt x="9931" y="1192"/>
                    <a:pt x="10193" y="989"/>
                    <a:pt x="10264" y="715"/>
                  </a:cubicBezTo>
                  <a:lnTo>
                    <a:pt x="10371" y="358"/>
                  </a:lnTo>
                  <a:lnTo>
                    <a:pt x="10478" y="358"/>
                  </a:lnTo>
                  <a:cubicBezTo>
                    <a:pt x="10574" y="358"/>
                    <a:pt x="10657" y="287"/>
                    <a:pt x="10657" y="180"/>
                  </a:cubicBezTo>
                  <a:cubicBezTo>
                    <a:pt x="10657" y="96"/>
                    <a:pt x="10586" y="1"/>
                    <a:pt x="104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1996340" y="4288627"/>
              <a:ext cx="60525" cy="69226"/>
            </a:xfrm>
            <a:custGeom>
              <a:avLst/>
              <a:gdLst/>
              <a:ahLst/>
              <a:cxnLst/>
              <a:rect l="l" t="t" r="r" b="b"/>
              <a:pathLst>
                <a:path w="1906" h="2180" extrusionOk="0">
                  <a:moveTo>
                    <a:pt x="1500" y="358"/>
                  </a:moveTo>
                  <a:lnTo>
                    <a:pt x="1500" y="1346"/>
                  </a:lnTo>
                  <a:cubicBezTo>
                    <a:pt x="1500" y="1513"/>
                    <a:pt x="1512" y="1656"/>
                    <a:pt x="1524" y="1822"/>
                  </a:cubicBezTo>
                  <a:lnTo>
                    <a:pt x="1512" y="1822"/>
                  </a:lnTo>
                  <a:cubicBezTo>
                    <a:pt x="869" y="1822"/>
                    <a:pt x="369" y="1298"/>
                    <a:pt x="369" y="679"/>
                  </a:cubicBezTo>
                  <a:cubicBezTo>
                    <a:pt x="357" y="572"/>
                    <a:pt x="369" y="465"/>
                    <a:pt x="405" y="358"/>
                  </a:cubicBezTo>
                  <a:close/>
                  <a:moveTo>
                    <a:pt x="262" y="1"/>
                  </a:moveTo>
                  <a:cubicBezTo>
                    <a:pt x="191" y="1"/>
                    <a:pt x="131" y="48"/>
                    <a:pt x="107" y="120"/>
                  </a:cubicBezTo>
                  <a:cubicBezTo>
                    <a:pt x="24" y="298"/>
                    <a:pt x="0" y="477"/>
                    <a:pt x="0" y="679"/>
                  </a:cubicBezTo>
                  <a:cubicBezTo>
                    <a:pt x="0" y="1513"/>
                    <a:pt x="667" y="2179"/>
                    <a:pt x="1500" y="2179"/>
                  </a:cubicBezTo>
                  <a:lnTo>
                    <a:pt x="1726" y="2179"/>
                  </a:lnTo>
                  <a:cubicBezTo>
                    <a:pt x="1786" y="2179"/>
                    <a:pt x="1834" y="2144"/>
                    <a:pt x="1857" y="2120"/>
                  </a:cubicBezTo>
                  <a:cubicBezTo>
                    <a:pt x="1893" y="2084"/>
                    <a:pt x="1905" y="2025"/>
                    <a:pt x="1905" y="1965"/>
                  </a:cubicBezTo>
                  <a:cubicBezTo>
                    <a:pt x="1857" y="1763"/>
                    <a:pt x="1846" y="1548"/>
                    <a:pt x="1846" y="1358"/>
                  </a:cubicBezTo>
                  <a:lnTo>
                    <a:pt x="1846" y="179"/>
                  </a:lnTo>
                  <a:cubicBezTo>
                    <a:pt x="1846" y="84"/>
                    <a:pt x="1774" y="1"/>
                    <a:pt x="16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1973254" y="4265954"/>
              <a:ext cx="306658" cy="184147"/>
            </a:xfrm>
            <a:custGeom>
              <a:avLst/>
              <a:gdLst/>
              <a:ahLst/>
              <a:cxnLst/>
              <a:rect l="l" t="t" r="r" b="b"/>
              <a:pathLst>
                <a:path w="9657" h="5799" extrusionOk="0">
                  <a:moveTo>
                    <a:pt x="9288" y="357"/>
                  </a:moveTo>
                  <a:lnTo>
                    <a:pt x="9288" y="2072"/>
                  </a:lnTo>
                  <a:cubicBezTo>
                    <a:pt x="9288" y="3917"/>
                    <a:pt x="7776" y="5418"/>
                    <a:pt x="5930" y="5418"/>
                  </a:cubicBezTo>
                  <a:cubicBezTo>
                    <a:pt x="4585" y="5418"/>
                    <a:pt x="3358" y="4620"/>
                    <a:pt x="2834" y="3370"/>
                  </a:cubicBezTo>
                  <a:cubicBezTo>
                    <a:pt x="2811" y="3310"/>
                    <a:pt x="2751" y="3263"/>
                    <a:pt x="2668" y="3263"/>
                  </a:cubicBezTo>
                  <a:lnTo>
                    <a:pt x="2227" y="3263"/>
                  </a:lnTo>
                  <a:cubicBezTo>
                    <a:pt x="1203" y="3263"/>
                    <a:pt x="346" y="2429"/>
                    <a:pt x="346" y="1393"/>
                  </a:cubicBezTo>
                  <a:cubicBezTo>
                    <a:pt x="358" y="1012"/>
                    <a:pt x="477" y="655"/>
                    <a:pt x="668" y="357"/>
                  </a:cubicBezTo>
                  <a:lnTo>
                    <a:pt x="8335" y="357"/>
                  </a:lnTo>
                  <a:lnTo>
                    <a:pt x="8335" y="1131"/>
                  </a:lnTo>
                  <a:cubicBezTo>
                    <a:pt x="8335" y="1238"/>
                    <a:pt x="8407" y="1310"/>
                    <a:pt x="8514" y="1310"/>
                  </a:cubicBezTo>
                  <a:cubicBezTo>
                    <a:pt x="8609" y="1310"/>
                    <a:pt x="8692" y="1238"/>
                    <a:pt x="8692" y="1131"/>
                  </a:cubicBezTo>
                  <a:lnTo>
                    <a:pt x="8692" y="357"/>
                  </a:lnTo>
                  <a:close/>
                  <a:moveTo>
                    <a:pt x="572" y="0"/>
                  </a:moveTo>
                  <a:cubicBezTo>
                    <a:pt x="513" y="0"/>
                    <a:pt x="477" y="36"/>
                    <a:pt x="429" y="84"/>
                  </a:cubicBezTo>
                  <a:cubicBezTo>
                    <a:pt x="144" y="465"/>
                    <a:pt x="1" y="917"/>
                    <a:pt x="1" y="1381"/>
                  </a:cubicBezTo>
                  <a:cubicBezTo>
                    <a:pt x="1" y="2620"/>
                    <a:pt x="1013" y="3620"/>
                    <a:pt x="2227" y="3620"/>
                  </a:cubicBezTo>
                  <a:lnTo>
                    <a:pt x="2561" y="3620"/>
                  </a:lnTo>
                  <a:cubicBezTo>
                    <a:pt x="3168" y="4941"/>
                    <a:pt x="4478" y="5799"/>
                    <a:pt x="5930" y="5799"/>
                  </a:cubicBezTo>
                  <a:cubicBezTo>
                    <a:pt x="7990" y="5799"/>
                    <a:pt x="9657" y="4132"/>
                    <a:pt x="9657" y="2072"/>
                  </a:cubicBezTo>
                  <a:lnTo>
                    <a:pt x="9657" y="179"/>
                  </a:lnTo>
                  <a:cubicBezTo>
                    <a:pt x="9657" y="84"/>
                    <a:pt x="9585" y="0"/>
                    <a:pt x="94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2155877" y="4319620"/>
              <a:ext cx="93423" cy="99488"/>
            </a:xfrm>
            <a:custGeom>
              <a:avLst/>
              <a:gdLst/>
              <a:ahLst/>
              <a:cxnLst/>
              <a:rect l="l" t="t" r="r" b="b"/>
              <a:pathLst>
                <a:path w="2942" h="3133" extrusionOk="0">
                  <a:moveTo>
                    <a:pt x="2763" y="1"/>
                  </a:moveTo>
                  <a:cubicBezTo>
                    <a:pt x="2656" y="1"/>
                    <a:pt x="2584" y="72"/>
                    <a:pt x="2584" y="179"/>
                  </a:cubicBezTo>
                  <a:lnTo>
                    <a:pt x="2584" y="382"/>
                  </a:lnTo>
                  <a:cubicBezTo>
                    <a:pt x="2584" y="1703"/>
                    <a:pt x="1513" y="2775"/>
                    <a:pt x="179" y="2775"/>
                  </a:cubicBezTo>
                  <a:cubicBezTo>
                    <a:pt x="84" y="2775"/>
                    <a:pt x="0" y="2858"/>
                    <a:pt x="0" y="2954"/>
                  </a:cubicBezTo>
                  <a:cubicBezTo>
                    <a:pt x="0" y="3061"/>
                    <a:pt x="84" y="3132"/>
                    <a:pt x="179" y="3132"/>
                  </a:cubicBezTo>
                  <a:cubicBezTo>
                    <a:pt x="1703" y="3132"/>
                    <a:pt x="2941" y="1906"/>
                    <a:pt x="2941" y="382"/>
                  </a:cubicBezTo>
                  <a:lnTo>
                    <a:pt x="2941" y="179"/>
                  </a:lnTo>
                  <a:cubicBezTo>
                    <a:pt x="2941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46"/>
          <p:cNvGrpSpPr/>
          <p:nvPr/>
        </p:nvGrpSpPr>
        <p:grpSpPr>
          <a:xfrm>
            <a:off x="4368264" y="1930257"/>
            <a:ext cx="404856" cy="403505"/>
            <a:chOff x="3071914" y="3364431"/>
            <a:chExt cx="343652" cy="342505"/>
          </a:xfrm>
        </p:grpSpPr>
        <p:sp>
          <p:nvSpPr>
            <p:cNvPr id="525" name="Google Shape;525;p46"/>
            <p:cNvSpPr/>
            <p:nvPr/>
          </p:nvSpPr>
          <p:spPr>
            <a:xfrm>
              <a:off x="3157636" y="3408390"/>
              <a:ext cx="12519" cy="11054"/>
            </a:xfrm>
            <a:custGeom>
              <a:avLst/>
              <a:gdLst/>
              <a:ahLst/>
              <a:cxnLst/>
              <a:rect l="l" t="t" r="r" b="b"/>
              <a:pathLst>
                <a:path w="393" h="347" extrusionOk="0">
                  <a:moveTo>
                    <a:pt x="212" y="0"/>
                  </a:moveTo>
                  <a:cubicBezTo>
                    <a:pt x="205" y="0"/>
                    <a:pt x="198" y="1"/>
                    <a:pt x="191" y="2"/>
                  </a:cubicBezTo>
                  <a:lnTo>
                    <a:pt x="143" y="13"/>
                  </a:lnTo>
                  <a:cubicBezTo>
                    <a:pt x="60" y="25"/>
                    <a:pt x="0" y="121"/>
                    <a:pt x="12" y="204"/>
                  </a:cubicBezTo>
                  <a:cubicBezTo>
                    <a:pt x="24" y="287"/>
                    <a:pt x="83" y="347"/>
                    <a:pt x="179" y="347"/>
                  </a:cubicBezTo>
                  <a:lnTo>
                    <a:pt x="203" y="347"/>
                  </a:lnTo>
                  <a:lnTo>
                    <a:pt x="250" y="323"/>
                  </a:lnTo>
                  <a:cubicBezTo>
                    <a:pt x="333" y="311"/>
                    <a:pt x="393" y="216"/>
                    <a:pt x="381" y="133"/>
                  </a:cubicBezTo>
                  <a:cubicBezTo>
                    <a:pt x="370" y="56"/>
                    <a:pt x="290" y="0"/>
                    <a:pt x="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3072679" y="3696678"/>
              <a:ext cx="11404" cy="10257"/>
            </a:xfrm>
            <a:custGeom>
              <a:avLst/>
              <a:gdLst/>
              <a:ahLst/>
              <a:cxnLst/>
              <a:rect l="l" t="t" r="r" b="b"/>
              <a:pathLst>
                <a:path w="358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91" y="322"/>
                  </a:lnTo>
                  <a:cubicBezTo>
                    <a:pt x="286" y="322"/>
                    <a:pt x="357" y="250"/>
                    <a:pt x="357" y="167"/>
                  </a:cubicBezTo>
                  <a:cubicBezTo>
                    <a:pt x="357" y="84"/>
                    <a:pt x="274" y="0"/>
                    <a:pt x="1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3231571" y="3530937"/>
              <a:ext cx="11404" cy="10640"/>
            </a:xfrm>
            <a:custGeom>
              <a:avLst/>
              <a:gdLst/>
              <a:ahLst/>
              <a:cxnLst/>
              <a:rect l="l" t="t" r="r" b="b"/>
              <a:pathLst>
                <a:path w="358" h="334" extrusionOk="0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56" y="334"/>
                  </a:cubicBezTo>
                  <a:lnTo>
                    <a:pt x="191" y="334"/>
                  </a:lnTo>
                  <a:cubicBezTo>
                    <a:pt x="275" y="334"/>
                    <a:pt x="358" y="262"/>
                    <a:pt x="358" y="167"/>
                  </a:cubicBezTo>
                  <a:cubicBezTo>
                    <a:pt x="358" y="84"/>
                    <a:pt x="275" y="0"/>
                    <a:pt x="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3317293" y="3653005"/>
              <a:ext cx="12933" cy="10703"/>
            </a:xfrm>
            <a:custGeom>
              <a:avLst/>
              <a:gdLst/>
              <a:ahLst/>
              <a:cxnLst/>
              <a:rect l="l" t="t" r="r" b="b"/>
              <a:pathLst>
                <a:path w="406" h="336" extrusionOk="0">
                  <a:moveTo>
                    <a:pt x="215" y="1"/>
                  </a:moveTo>
                  <a:cubicBezTo>
                    <a:pt x="207" y="1"/>
                    <a:pt x="199" y="1"/>
                    <a:pt x="191" y="2"/>
                  </a:cubicBezTo>
                  <a:lnTo>
                    <a:pt x="144" y="14"/>
                  </a:lnTo>
                  <a:cubicBezTo>
                    <a:pt x="60" y="26"/>
                    <a:pt x="1" y="121"/>
                    <a:pt x="13" y="205"/>
                  </a:cubicBezTo>
                  <a:cubicBezTo>
                    <a:pt x="24" y="288"/>
                    <a:pt x="108" y="335"/>
                    <a:pt x="179" y="335"/>
                  </a:cubicBezTo>
                  <a:lnTo>
                    <a:pt x="203" y="335"/>
                  </a:lnTo>
                  <a:lnTo>
                    <a:pt x="251" y="324"/>
                  </a:lnTo>
                  <a:cubicBezTo>
                    <a:pt x="346" y="312"/>
                    <a:pt x="405" y="216"/>
                    <a:pt x="382" y="133"/>
                  </a:cubicBezTo>
                  <a:cubicBezTo>
                    <a:pt x="371" y="57"/>
                    <a:pt x="300" y="1"/>
                    <a:pt x="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3071914" y="3364431"/>
              <a:ext cx="343652" cy="342505"/>
            </a:xfrm>
            <a:custGeom>
              <a:avLst/>
              <a:gdLst/>
              <a:ahLst/>
              <a:cxnLst/>
              <a:rect l="l" t="t" r="r" b="b"/>
              <a:pathLst>
                <a:path w="10788" h="10752" extrusionOk="0">
                  <a:moveTo>
                    <a:pt x="5394" y="334"/>
                  </a:moveTo>
                  <a:cubicBezTo>
                    <a:pt x="6632" y="334"/>
                    <a:pt x="7775" y="786"/>
                    <a:pt x="8656" y="1524"/>
                  </a:cubicBezTo>
                  <a:cubicBezTo>
                    <a:pt x="7644" y="1263"/>
                    <a:pt x="6525" y="1132"/>
                    <a:pt x="5394" y="1132"/>
                  </a:cubicBezTo>
                  <a:cubicBezTo>
                    <a:pt x="4775" y="1132"/>
                    <a:pt x="4156" y="1167"/>
                    <a:pt x="3560" y="1239"/>
                  </a:cubicBezTo>
                  <a:cubicBezTo>
                    <a:pt x="3477" y="1263"/>
                    <a:pt x="3405" y="1346"/>
                    <a:pt x="3417" y="1441"/>
                  </a:cubicBezTo>
                  <a:cubicBezTo>
                    <a:pt x="3428" y="1518"/>
                    <a:pt x="3511" y="1585"/>
                    <a:pt x="3589" y="1585"/>
                  </a:cubicBezTo>
                  <a:cubicBezTo>
                    <a:pt x="3596" y="1585"/>
                    <a:pt x="3602" y="1585"/>
                    <a:pt x="3608" y="1584"/>
                  </a:cubicBezTo>
                  <a:cubicBezTo>
                    <a:pt x="4191" y="1513"/>
                    <a:pt x="4799" y="1465"/>
                    <a:pt x="5394" y="1465"/>
                  </a:cubicBezTo>
                  <a:cubicBezTo>
                    <a:pt x="6739" y="1465"/>
                    <a:pt x="8025" y="1655"/>
                    <a:pt x="9156" y="2036"/>
                  </a:cubicBezTo>
                  <a:cubicBezTo>
                    <a:pt x="9740" y="2691"/>
                    <a:pt x="10156" y="3501"/>
                    <a:pt x="10335" y="4394"/>
                  </a:cubicBezTo>
                  <a:cubicBezTo>
                    <a:pt x="10049" y="4096"/>
                    <a:pt x="9644" y="3846"/>
                    <a:pt x="9144" y="3608"/>
                  </a:cubicBezTo>
                  <a:cubicBezTo>
                    <a:pt x="8132" y="3179"/>
                    <a:pt x="6811" y="2929"/>
                    <a:pt x="5394" y="2929"/>
                  </a:cubicBezTo>
                  <a:cubicBezTo>
                    <a:pt x="3977" y="2929"/>
                    <a:pt x="2643" y="3168"/>
                    <a:pt x="1643" y="3608"/>
                  </a:cubicBezTo>
                  <a:cubicBezTo>
                    <a:pt x="1119" y="3834"/>
                    <a:pt x="715" y="4096"/>
                    <a:pt x="453" y="4394"/>
                  </a:cubicBezTo>
                  <a:cubicBezTo>
                    <a:pt x="893" y="2096"/>
                    <a:pt x="2953" y="334"/>
                    <a:pt x="5394" y="334"/>
                  </a:cubicBezTo>
                  <a:close/>
                  <a:moveTo>
                    <a:pt x="5394" y="3287"/>
                  </a:moveTo>
                  <a:cubicBezTo>
                    <a:pt x="6763" y="3287"/>
                    <a:pt x="8037" y="3525"/>
                    <a:pt x="9013" y="3941"/>
                  </a:cubicBezTo>
                  <a:cubicBezTo>
                    <a:pt x="9918" y="4322"/>
                    <a:pt x="10442" y="4858"/>
                    <a:pt x="10442" y="5382"/>
                  </a:cubicBezTo>
                  <a:cubicBezTo>
                    <a:pt x="10442" y="5906"/>
                    <a:pt x="9918" y="6442"/>
                    <a:pt x="9013" y="6823"/>
                  </a:cubicBezTo>
                  <a:cubicBezTo>
                    <a:pt x="8037" y="7239"/>
                    <a:pt x="6763" y="7478"/>
                    <a:pt x="5394" y="7478"/>
                  </a:cubicBezTo>
                  <a:cubicBezTo>
                    <a:pt x="4025" y="7478"/>
                    <a:pt x="2751" y="7239"/>
                    <a:pt x="1774" y="6823"/>
                  </a:cubicBezTo>
                  <a:cubicBezTo>
                    <a:pt x="977" y="6466"/>
                    <a:pt x="465" y="6025"/>
                    <a:pt x="357" y="5549"/>
                  </a:cubicBezTo>
                  <a:lnTo>
                    <a:pt x="4489" y="5549"/>
                  </a:lnTo>
                  <a:cubicBezTo>
                    <a:pt x="4572" y="5549"/>
                    <a:pt x="4656" y="5477"/>
                    <a:pt x="4656" y="5382"/>
                  </a:cubicBezTo>
                  <a:cubicBezTo>
                    <a:pt x="4668" y="5299"/>
                    <a:pt x="4596" y="5215"/>
                    <a:pt x="4489" y="5215"/>
                  </a:cubicBezTo>
                  <a:lnTo>
                    <a:pt x="357" y="5215"/>
                  </a:lnTo>
                  <a:cubicBezTo>
                    <a:pt x="465" y="4763"/>
                    <a:pt x="953" y="4299"/>
                    <a:pt x="1774" y="3941"/>
                  </a:cubicBezTo>
                  <a:cubicBezTo>
                    <a:pt x="2751" y="3525"/>
                    <a:pt x="4025" y="3287"/>
                    <a:pt x="5394" y="3287"/>
                  </a:cubicBezTo>
                  <a:close/>
                  <a:moveTo>
                    <a:pt x="453" y="6370"/>
                  </a:moveTo>
                  <a:lnTo>
                    <a:pt x="453" y="6370"/>
                  </a:lnTo>
                  <a:cubicBezTo>
                    <a:pt x="738" y="6668"/>
                    <a:pt x="1143" y="6918"/>
                    <a:pt x="1643" y="7156"/>
                  </a:cubicBezTo>
                  <a:cubicBezTo>
                    <a:pt x="2655" y="7585"/>
                    <a:pt x="3977" y="7835"/>
                    <a:pt x="5394" y="7835"/>
                  </a:cubicBezTo>
                  <a:cubicBezTo>
                    <a:pt x="6811" y="7835"/>
                    <a:pt x="8144" y="7597"/>
                    <a:pt x="9144" y="7156"/>
                  </a:cubicBezTo>
                  <a:cubicBezTo>
                    <a:pt x="9668" y="6930"/>
                    <a:pt x="10073" y="6668"/>
                    <a:pt x="10335" y="6370"/>
                  </a:cubicBezTo>
                  <a:lnTo>
                    <a:pt x="10335" y="6370"/>
                  </a:lnTo>
                  <a:cubicBezTo>
                    <a:pt x="9894" y="8692"/>
                    <a:pt x="7847" y="10430"/>
                    <a:pt x="5394" y="10430"/>
                  </a:cubicBezTo>
                  <a:cubicBezTo>
                    <a:pt x="4156" y="10430"/>
                    <a:pt x="3024" y="9978"/>
                    <a:pt x="2155" y="9240"/>
                  </a:cubicBezTo>
                  <a:lnTo>
                    <a:pt x="2155" y="9240"/>
                  </a:lnTo>
                  <a:cubicBezTo>
                    <a:pt x="3167" y="9502"/>
                    <a:pt x="4263" y="9645"/>
                    <a:pt x="5394" y="9645"/>
                  </a:cubicBezTo>
                  <a:cubicBezTo>
                    <a:pt x="6025" y="9645"/>
                    <a:pt x="6632" y="9597"/>
                    <a:pt x="7227" y="9525"/>
                  </a:cubicBezTo>
                  <a:cubicBezTo>
                    <a:pt x="7311" y="9502"/>
                    <a:pt x="7394" y="9418"/>
                    <a:pt x="7370" y="9323"/>
                  </a:cubicBezTo>
                  <a:cubicBezTo>
                    <a:pt x="7359" y="9246"/>
                    <a:pt x="7277" y="9179"/>
                    <a:pt x="7198" y="9179"/>
                  </a:cubicBezTo>
                  <a:cubicBezTo>
                    <a:pt x="7192" y="9179"/>
                    <a:pt x="7186" y="9179"/>
                    <a:pt x="7180" y="9180"/>
                  </a:cubicBezTo>
                  <a:cubicBezTo>
                    <a:pt x="6596" y="9252"/>
                    <a:pt x="5989" y="9299"/>
                    <a:pt x="5394" y="9299"/>
                  </a:cubicBezTo>
                  <a:cubicBezTo>
                    <a:pt x="4072" y="9299"/>
                    <a:pt x="2763" y="9109"/>
                    <a:pt x="1631" y="8728"/>
                  </a:cubicBezTo>
                  <a:cubicBezTo>
                    <a:pt x="1048" y="8073"/>
                    <a:pt x="631" y="7263"/>
                    <a:pt x="453" y="6370"/>
                  </a:cubicBezTo>
                  <a:close/>
                  <a:moveTo>
                    <a:pt x="5394" y="0"/>
                  </a:moveTo>
                  <a:cubicBezTo>
                    <a:pt x="3953" y="0"/>
                    <a:pt x="2596" y="560"/>
                    <a:pt x="1584" y="1572"/>
                  </a:cubicBezTo>
                  <a:cubicBezTo>
                    <a:pt x="572" y="2584"/>
                    <a:pt x="0" y="3941"/>
                    <a:pt x="0" y="5382"/>
                  </a:cubicBezTo>
                  <a:cubicBezTo>
                    <a:pt x="0" y="6704"/>
                    <a:pt x="488" y="7978"/>
                    <a:pt x="1358" y="8954"/>
                  </a:cubicBezTo>
                  <a:cubicBezTo>
                    <a:pt x="1381" y="8990"/>
                    <a:pt x="1393" y="9002"/>
                    <a:pt x="1417" y="9013"/>
                  </a:cubicBezTo>
                  <a:cubicBezTo>
                    <a:pt x="1477" y="9073"/>
                    <a:pt x="1524" y="9133"/>
                    <a:pt x="1584" y="9192"/>
                  </a:cubicBezTo>
                  <a:cubicBezTo>
                    <a:pt x="2132" y="9740"/>
                    <a:pt x="2786" y="10156"/>
                    <a:pt x="3501" y="10430"/>
                  </a:cubicBezTo>
                  <a:lnTo>
                    <a:pt x="1096" y="10430"/>
                  </a:lnTo>
                  <a:cubicBezTo>
                    <a:pt x="1000" y="10430"/>
                    <a:pt x="929" y="10502"/>
                    <a:pt x="929" y="10597"/>
                  </a:cubicBezTo>
                  <a:cubicBezTo>
                    <a:pt x="929" y="10680"/>
                    <a:pt x="1000" y="10752"/>
                    <a:pt x="1096" y="10752"/>
                  </a:cubicBezTo>
                  <a:lnTo>
                    <a:pt x="9025" y="10752"/>
                  </a:lnTo>
                  <a:cubicBezTo>
                    <a:pt x="9109" y="10752"/>
                    <a:pt x="9192" y="10680"/>
                    <a:pt x="9192" y="10597"/>
                  </a:cubicBezTo>
                  <a:cubicBezTo>
                    <a:pt x="9192" y="10502"/>
                    <a:pt x="9109" y="10430"/>
                    <a:pt x="9025" y="10430"/>
                  </a:cubicBezTo>
                  <a:lnTo>
                    <a:pt x="7287" y="10430"/>
                  </a:lnTo>
                  <a:cubicBezTo>
                    <a:pt x="8001" y="10156"/>
                    <a:pt x="8656" y="9740"/>
                    <a:pt x="9204" y="9192"/>
                  </a:cubicBezTo>
                  <a:cubicBezTo>
                    <a:pt x="10228" y="8180"/>
                    <a:pt x="10787" y="6823"/>
                    <a:pt x="10787" y="5382"/>
                  </a:cubicBezTo>
                  <a:cubicBezTo>
                    <a:pt x="10787" y="3941"/>
                    <a:pt x="10216" y="2584"/>
                    <a:pt x="9204" y="1572"/>
                  </a:cubicBezTo>
                  <a:cubicBezTo>
                    <a:pt x="8192" y="560"/>
                    <a:pt x="6834" y="0"/>
                    <a:pt x="53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46"/>
          <p:cNvGrpSpPr/>
          <p:nvPr/>
        </p:nvGrpSpPr>
        <p:grpSpPr>
          <a:xfrm>
            <a:off x="6865680" y="1930257"/>
            <a:ext cx="426735" cy="425422"/>
            <a:chOff x="3513010" y="3816134"/>
            <a:chExt cx="362223" cy="361108"/>
          </a:xfrm>
        </p:grpSpPr>
        <p:sp>
          <p:nvSpPr>
            <p:cNvPr id="531" name="Google Shape;531;p46"/>
            <p:cNvSpPr/>
            <p:nvPr/>
          </p:nvSpPr>
          <p:spPr>
            <a:xfrm>
              <a:off x="3513010" y="3816134"/>
              <a:ext cx="362223" cy="361108"/>
            </a:xfrm>
            <a:custGeom>
              <a:avLst/>
              <a:gdLst/>
              <a:ahLst/>
              <a:cxnLst/>
              <a:rect l="l" t="t" r="r" b="b"/>
              <a:pathLst>
                <a:path w="11371" h="11336" extrusionOk="0">
                  <a:moveTo>
                    <a:pt x="1381" y="346"/>
                  </a:moveTo>
                  <a:cubicBezTo>
                    <a:pt x="1846" y="358"/>
                    <a:pt x="2262" y="715"/>
                    <a:pt x="2358" y="1191"/>
                  </a:cubicBezTo>
                  <a:lnTo>
                    <a:pt x="1881" y="1191"/>
                  </a:lnTo>
                  <a:cubicBezTo>
                    <a:pt x="1786" y="1191"/>
                    <a:pt x="1715" y="1263"/>
                    <a:pt x="1715" y="1358"/>
                  </a:cubicBezTo>
                  <a:cubicBezTo>
                    <a:pt x="1715" y="1727"/>
                    <a:pt x="1417" y="2025"/>
                    <a:pt x="1048" y="2025"/>
                  </a:cubicBezTo>
                  <a:cubicBezTo>
                    <a:pt x="667" y="2025"/>
                    <a:pt x="369" y="1727"/>
                    <a:pt x="369" y="1358"/>
                  </a:cubicBezTo>
                  <a:cubicBezTo>
                    <a:pt x="369" y="798"/>
                    <a:pt x="822" y="346"/>
                    <a:pt x="1381" y="346"/>
                  </a:cubicBezTo>
                  <a:close/>
                  <a:moveTo>
                    <a:pt x="2358" y="1537"/>
                  </a:moveTo>
                  <a:lnTo>
                    <a:pt x="2358" y="2037"/>
                  </a:lnTo>
                  <a:lnTo>
                    <a:pt x="1774" y="2037"/>
                  </a:lnTo>
                  <a:cubicBezTo>
                    <a:pt x="1893" y="1906"/>
                    <a:pt x="1977" y="1727"/>
                    <a:pt x="2012" y="1537"/>
                  </a:cubicBezTo>
                  <a:close/>
                  <a:moveTo>
                    <a:pt x="9109" y="4489"/>
                  </a:moveTo>
                  <a:lnTo>
                    <a:pt x="9109" y="4489"/>
                  </a:lnTo>
                  <a:cubicBezTo>
                    <a:pt x="8739" y="5049"/>
                    <a:pt x="8287" y="5585"/>
                    <a:pt x="7787" y="6085"/>
                  </a:cubicBezTo>
                  <a:cubicBezTo>
                    <a:pt x="7275" y="6597"/>
                    <a:pt x="6739" y="7037"/>
                    <a:pt x="6192" y="7406"/>
                  </a:cubicBezTo>
                  <a:cubicBezTo>
                    <a:pt x="6584" y="6859"/>
                    <a:pt x="7013" y="6323"/>
                    <a:pt x="7513" y="5823"/>
                  </a:cubicBezTo>
                  <a:cubicBezTo>
                    <a:pt x="8025" y="5311"/>
                    <a:pt x="8561" y="4870"/>
                    <a:pt x="9109" y="4489"/>
                  </a:cubicBezTo>
                  <a:close/>
                  <a:moveTo>
                    <a:pt x="4036" y="9359"/>
                  </a:moveTo>
                  <a:cubicBezTo>
                    <a:pt x="4346" y="9359"/>
                    <a:pt x="4620" y="9573"/>
                    <a:pt x="4691" y="9871"/>
                  </a:cubicBezTo>
                  <a:lnTo>
                    <a:pt x="3382" y="9871"/>
                  </a:lnTo>
                  <a:cubicBezTo>
                    <a:pt x="3453" y="9573"/>
                    <a:pt x="3727" y="9359"/>
                    <a:pt x="4036" y="9359"/>
                  </a:cubicBezTo>
                  <a:close/>
                  <a:moveTo>
                    <a:pt x="10359" y="9359"/>
                  </a:moveTo>
                  <a:cubicBezTo>
                    <a:pt x="10728" y="9359"/>
                    <a:pt x="11025" y="9657"/>
                    <a:pt x="11025" y="10026"/>
                  </a:cubicBezTo>
                  <a:cubicBezTo>
                    <a:pt x="11025" y="10597"/>
                    <a:pt x="10585" y="11038"/>
                    <a:pt x="10037" y="11038"/>
                  </a:cubicBezTo>
                  <a:lnTo>
                    <a:pt x="4584" y="11038"/>
                  </a:lnTo>
                  <a:cubicBezTo>
                    <a:pt x="4870" y="10788"/>
                    <a:pt x="5037" y="10431"/>
                    <a:pt x="5037" y="10026"/>
                  </a:cubicBezTo>
                  <a:cubicBezTo>
                    <a:pt x="5037" y="9776"/>
                    <a:pt x="4929" y="9538"/>
                    <a:pt x="4775" y="9359"/>
                  </a:cubicBezTo>
                  <a:close/>
                  <a:moveTo>
                    <a:pt x="1346" y="1"/>
                  </a:moveTo>
                  <a:cubicBezTo>
                    <a:pt x="596" y="1"/>
                    <a:pt x="0" y="596"/>
                    <a:pt x="0" y="1334"/>
                  </a:cubicBezTo>
                  <a:cubicBezTo>
                    <a:pt x="0" y="1906"/>
                    <a:pt x="465" y="2346"/>
                    <a:pt x="1012" y="2346"/>
                  </a:cubicBezTo>
                  <a:lnTo>
                    <a:pt x="2358" y="2346"/>
                  </a:lnTo>
                  <a:lnTo>
                    <a:pt x="2358" y="7514"/>
                  </a:lnTo>
                  <a:cubicBezTo>
                    <a:pt x="2358" y="7609"/>
                    <a:pt x="2429" y="7680"/>
                    <a:pt x="2512" y="7680"/>
                  </a:cubicBezTo>
                  <a:cubicBezTo>
                    <a:pt x="2608" y="7680"/>
                    <a:pt x="2679" y="7609"/>
                    <a:pt x="2679" y="7514"/>
                  </a:cubicBezTo>
                  <a:lnTo>
                    <a:pt x="2679" y="1334"/>
                  </a:lnTo>
                  <a:cubicBezTo>
                    <a:pt x="2679" y="929"/>
                    <a:pt x="2501" y="572"/>
                    <a:pt x="2239" y="322"/>
                  </a:cubicBezTo>
                  <a:lnTo>
                    <a:pt x="7680" y="322"/>
                  </a:lnTo>
                  <a:cubicBezTo>
                    <a:pt x="8227" y="322"/>
                    <a:pt x="8680" y="775"/>
                    <a:pt x="8680" y="1334"/>
                  </a:cubicBezTo>
                  <a:lnTo>
                    <a:pt x="8680" y="2870"/>
                  </a:lnTo>
                  <a:cubicBezTo>
                    <a:pt x="8192" y="3108"/>
                    <a:pt x="7739" y="3430"/>
                    <a:pt x="7358" y="3811"/>
                  </a:cubicBezTo>
                  <a:cubicBezTo>
                    <a:pt x="6549" y="4608"/>
                    <a:pt x="6537" y="5192"/>
                    <a:pt x="6525" y="6144"/>
                  </a:cubicBezTo>
                  <a:lnTo>
                    <a:pt x="6525" y="6394"/>
                  </a:lnTo>
                  <a:cubicBezTo>
                    <a:pt x="6132" y="6859"/>
                    <a:pt x="5811" y="7347"/>
                    <a:pt x="5513" y="7847"/>
                  </a:cubicBezTo>
                  <a:cubicBezTo>
                    <a:pt x="5465" y="7907"/>
                    <a:pt x="5477" y="7990"/>
                    <a:pt x="5537" y="8049"/>
                  </a:cubicBezTo>
                  <a:cubicBezTo>
                    <a:pt x="5572" y="8085"/>
                    <a:pt x="5608" y="8097"/>
                    <a:pt x="5656" y="8097"/>
                  </a:cubicBezTo>
                  <a:cubicBezTo>
                    <a:pt x="5691" y="8097"/>
                    <a:pt x="5715" y="8097"/>
                    <a:pt x="5751" y="8061"/>
                  </a:cubicBezTo>
                  <a:cubicBezTo>
                    <a:pt x="6251" y="7776"/>
                    <a:pt x="6727" y="7442"/>
                    <a:pt x="7192" y="7049"/>
                  </a:cubicBezTo>
                  <a:lnTo>
                    <a:pt x="7442" y="7049"/>
                  </a:lnTo>
                  <a:cubicBezTo>
                    <a:pt x="7930" y="7037"/>
                    <a:pt x="8323" y="7037"/>
                    <a:pt x="8692" y="6918"/>
                  </a:cubicBezTo>
                  <a:lnTo>
                    <a:pt x="8692" y="9002"/>
                  </a:lnTo>
                  <a:lnTo>
                    <a:pt x="4036" y="9002"/>
                  </a:lnTo>
                  <a:cubicBezTo>
                    <a:pt x="3465" y="9002"/>
                    <a:pt x="3024" y="9466"/>
                    <a:pt x="3024" y="10014"/>
                  </a:cubicBezTo>
                  <a:cubicBezTo>
                    <a:pt x="3024" y="10097"/>
                    <a:pt x="3096" y="10181"/>
                    <a:pt x="3191" y="10181"/>
                  </a:cubicBezTo>
                  <a:lnTo>
                    <a:pt x="4691" y="10181"/>
                  </a:lnTo>
                  <a:cubicBezTo>
                    <a:pt x="4620" y="10657"/>
                    <a:pt x="4203" y="11014"/>
                    <a:pt x="3691" y="11014"/>
                  </a:cubicBezTo>
                  <a:cubicBezTo>
                    <a:pt x="3144" y="11014"/>
                    <a:pt x="2679" y="10562"/>
                    <a:pt x="2679" y="10002"/>
                  </a:cubicBezTo>
                  <a:lnTo>
                    <a:pt x="2679" y="8168"/>
                  </a:lnTo>
                  <a:cubicBezTo>
                    <a:pt x="2679" y="8085"/>
                    <a:pt x="2608" y="8002"/>
                    <a:pt x="2512" y="8002"/>
                  </a:cubicBezTo>
                  <a:cubicBezTo>
                    <a:pt x="2429" y="8002"/>
                    <a:pt x="2358" y="8085"/>
                    <a:pt x="2358" y="8168"/>
                  </a:cubicBezTo>
                  <a:lnTo>
                    <a:pt x="2358" y="10002"/>
                  </a:lnTo>
                  <a:cubicBezTo>
                    <a:pt x="2358" y="10740"/>
                    <a:pt x="2953" y="11335"/>
                    <a:pt x="3691" y="11335"/>
                  </a:cubicBezTo>
                  <a:lnTo>
                    <a:pt x="10013" y="11335"/>
                  </a:lnTo>
                  <a:cubicBezTo>
                    <a:pt x="10764" y="11335"/>
                    <a:pt x="11359" y="10740"/>
                    <a:pt x="11359" y="10002"/>
                  </a:cubicBezTo>
                  <a:cubicBezTo>
                    <a:pt x="11371" y="9478"/>
                    <a:pt x="10930" y="9038"/>
                    <a:pt x="10359" y="9038"/>
                  </a:cubicBezTo>
                  <a:lnTo>
                    <a:pt x="9025" y="9038"/>
                  </a:lnTo>
                  <a:lnTo>
                    <a:pt x="9025" y="6811"/>
                  </a:lnTo>
                  <a:cubicBezTo>
                    <a:pt x="9263" y="6692"/>
                    <a:pt x="9513" y="6513"/>
                    <a:pt x="9775" y="6252"/>
                  </a:cubicBezTo>
                  <a:cubicBezTo>
                    <a:pt x="10013" y="6013"/>
                    <a:pt x="10228" y="5763"/>
                    <a:pt x="10406" y="5478"/>
                  </a:cubicBezTo>
                  <a:cubicBezTo>
                    <a:pt x="10430" y="5430"/>
                    <a:pt x="10430" y="5370"/>
                    <a:pt x="10418" y="5311"/>
                  </a:cubicBezTo>
                  <a:cubicBezTo>
                    <a:pt x="10394" y="5251"/>
                    <a:pt x="10347" y="5228"/>
                    <a:pt x="10299" y="5204"/>
                  </a:cubicBezTo>
                  <a:lnTo>
                    <a:pt x="9894" y="5132"/>
                  </a:lnTo>
                  <a:cubicBezTo>
                    <a:pt x="10728" y="4489"/>
                    <a:pt x="11264" y="3525"/>
                    <a:pt x="11323" y="2465"/>
                  </a:cubicBezTo>
                  <a:lnTo>
                    <a:pt x="11323" y="2453"/>
                  </a:lnTo>
                  <a:cubicBezTo>
                    <a:pt x="11323" y="2406"/>
                    <a:pt x="11311" y="2358"/>
                    <a:pt x="11287" y="2322"/>
                  </a:cubicBezTo>
                  <a:cubicBezTo>
                    <a:pt x="11252" y="2287"/>
                    <a:pt x="11204" y="2275"/>
                    <a:pt x="11145" y="2275"/>
                  </a:cubicBezTo>
                  <a:cubicBezTo>
                    <a:pt x="10764" y="2311"/>
                    <a:pt x="10394" y="2346"/>
                    <a:pt x="10037" y="2430"/>
                  </a:cubicBezTo>
                  <a:cubicBezTo>
                    <a:pt x="9942" y="2442"/>
                    <a:pt x="9882" y="2525"/>
                    <a:pt x="9894" y="2620"/>
                  </a:cubicBezTo>
                  <a:cubicBezTo>
                    <a:pt x="9916" y="2696"/>
                    <a:pt x="9988" y="2753"/>
                    <a:pt x="10073" y="2753"/>
                  </a:cubicBezTo>
                  <a:cubicBezTo>
                    <a:pt x="10080" y="2753"/>
                    <a:pt x="10089" y="2752"/>
                    <a:pt x="10097" y="2751"/>
                  </a:cubicBezTo>
                  <a:cubicBezTo>
                    <a:pt x="10371" y="2692"/>
                    <a:pt x="10656" y="2644"/>
                    <a:pt x="10966" y="2620"/>
                  </a:cubicBezTo>
                  <a:lnTo>
                    <a:pt x="10966" y="2620"/>
                  </a:lnTo>
                  <a:cubicBezTo>
                    <a:pt x="10847" y="3632"/>
                    <a:pt x="10275" y="4537"/>
                    <a:pt x="9382" y="5073"/>
                  </a:cubicBezTo>
                  <a:lnTo>
                    <a:pt x="9359" y="5085"/>
                  </a:lnTo>
                  <a:cubicBezTo>
                    <a:pt x="9299" y="5120"/>
                    <a:pt x="9275" y="5192"/>
                    <a:pt x="9287" y="5263"/>
                  </a:cubicBezTo>
                  <a:cubicBezTo>
                    <a:pt x="9299" y="5347"/>
                    <a:pt x="9359" y="5382"/>
                    <a:pt x="9418" y="5406"/>
                  </a:cubicBezTo>
                  <a:lnTo>
                    <a:pt x="9978" y="5490"/>
                  </a:lnTo>
                  <a:cubicBezTo>
                    <a:pt x="9835" y="5668"/>
                    <a:pt x="9692" y="5847"/>
                    <a:pt x="9525" y="6002"/>
                  </a:cubicBezTo>
                  <a:cubicBezTo>
                    <a:pt x="8870" y="6656"/>
                    <a:pt x="8406" y="6716"/>
                    <a:pt x="7573" y="6728"/>
                  </a:cubicBezTo>
                  <a:cubicBezTo>
                    <a:pt x="7727" y="6597"/>
                    <a:pt x="7870" y="6454"/>
                    <a:pt x="8013" y="6311"/>
                  </a:cubicBezTo>
                  <a:cubicBezTo>
                    <a:pt x="8728" y="5597"/>
                    <a:pt x="9299" y="4835"/>
                    <a:pt x="9775" y="4037"/>
                  </a:cubicBezTo>
                  <a:cubicBezTo>
                    <a:pt x="9823" y="3977"/>
                    <a:pt x="9811" y="3882"/>
                    <a:pt x="9751" y="3823"/>
                  </a:cubicBezTo>
                  <a:cubicBezTo>
                    <a:pt x="9718" y="3789"/>
                    <a:pt x="9681" y="3774"/>
                    <a:pt x="9639" y="3774"/>
                  </a:cubicBezTo>
                  <a:cubicBezTo>
                    <a:pt x="9608" y="3774"/>
                    <a:pt x="9574" y="3783"/>
                    <a:pt x="9537" y="3799"/>
                  </a:cubicBezTo>
                  <a:cubicBezTo>
                    <a:pt x="8739" y="4251"/>
                    <a:pt x="7966" y="4847"/>
                    <a:pt x="7263" y="5561"/>
                  </a:cubicBezTo>
                  <a:cubicBezTo>
                    <a:pt x="7120" y="5716"/>
                    <a:pt x="6977" y="5847"/>
                    <a:pt x="6846" y="6002"/>
                  </a:cubicBezTo>
                  <a:cubicBezTo>
                    <a:pt x="6882" y="5168"/>
                    <a:pt x="6918" y="4704"/>
                    <a:pt x="7573" y="4049"/>
                  </a:cubicBezTo>
                  <a:cubicBezTo>
                    <a:pt x="8085" y="3537"/>
                    <a:pt x="8728" y="3156"/>
                    <a:pt x="9454" y="2906"/>
                  </a:cubicBezTo>
                  <a:cubicBezTo>
                    <a:pt x="9537" y="2870"/>
                    <a:pt x="9585" y="2787"/>
                    <a:pt x="9561" y="2692"/>
                  </a:cubicBezTo>
                  <a:cubicBezTo>
                    <a:pt x="9531" y="2623"/>
                    <a:pt x="9470" y="2578"/>
                    <a:pt x="9395" y="2578"/>
                  </a:cubicBezTo>
                  <a:cubicBezTo>
                    <a:pt x="9379" y="2578"/>
                    <a:pt x="9363" y="2580"/>
                    <a:pt x="9347" y="2584"/>
                  </a:cubicBezTo>
                  <a:cubicBezTo>
                    <a:pt x="9228" y="2632"/>
                    <a:pt x="9109" y="2680"/>
                    <a:pt x="9001" y="2715"/>
                  </a:cubicBezTo>
                  <a:lnTo>
                    <a:pt x="9001" y="1334"/>
                  </a:lnTo>
                  <a:cubicBezTo>
                    <a:pt x="9001" y="596"/>
                    <a:pt x="8406" y="1"/>
                    <a:pt x="76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3618450" y="3879112"/>
              <a:ext cx="157045" cy="24688"/>
            </a:xfrm>
            <a:custGeom>
              <a:avLst/>
              <a:gdLst/>
              <a:ahLst/>
              <a:cxnLst/>
              <a:rect l="l" t="t" r="r" b="b"/>
              <a:pathLst>
                <a:path w="4930" h="775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55" y="334"/>
                  </a:cubicBezTo>
                  <a:cubicBezTo>
                    <a:pt x="322" y="334"/>
                    <a:pt x="381" y="405"/>
                    <a:pt x="500" y="512"/>
                  </a:cubicBezTo>
                  <a:cubicBezTo>
                    <a:pt x="619" y="631"/>
                    <a:pt x="786" y="774"/>
                    <a:pt x="1084" y="774"/>
                  </a:cubicBezTo>
                  <a:cubicBezTo>
                    <a:pt x="1381" y="774"/>
                    <a:pt x="1524" y="631"/>
                    <a:pt x="1667" y="512"/>
                  </a:cubicBezTo>
                  <a:cubicBezTo>
                    <a:pt x="1762" y="405"/>
                    <a:pt x="1846" y="334"/>
                    <a:pt x="2000" y="334"/>
                  </a:cubicBezTo>
                  <a:cubicBezTo>
                    <a:pt x="2167" y="334"/>
                    <a:pt x="2227" y="405"/>
                    <a:pt x="2346" y="512"/>
                  </a:cubicBezTo>
                  <a:cubicBezTo>
                    <a:pt x="2465" y="631"/>
                    <a:pt x="2631" y="774"/>
                    <a:pt x="2929" y="774"/>
                  </a:cubicBezTo>
                  <a:cubicBezTo>
                    <a:pt x="3227" y="774"/>
                    <a:pt x="3370" y="631"/>
                    <a:pt x="3501" y="512"/>
                  </a:cubicBezTo>
                  <a:cubicBezTo>
                    <a:pt x="3608" y="405"/>
                    <a:pt x="3679" y="334"/>
                    <a:pt x="3846" y="334"/>
                  </a:cubicBezTo>
                  <a:cubicBezTo>
                    <a:pt x="4013" y="334"/>
                    <a:pt x="4072" y="405"/>
                    <a:pt x="4191" y="512"/>
                  </a:cubicBezTo>
                  <a:cubicBezTo>
                    <a:pt x="4310" y="631"/>
                    <a:pt x="4477" y="774"/>
                    <a:pt x="4775" y="774"/>
                  </a:cubicBezTo>
                  <a:cubicBezTo>
                    <a:pt x="4858" y="774"/>
                    <a:pt x="4929" y="703"/>
                    <a:pt x="4929" y="607"/>
                  </a:cubicBezTo>
                  <a:cubicBezTo>
                    <a:pt x="4929" y="524"/>
                    <a:pt x="4858" y="453"/>
                    <a:pt x="4775" y="453"/>
                  </a:cubicBezTo>
                  <a:cubicBezTo>
                    <a:pt x="4608" y="453"/>
                    <a:pt x="4548" y="369"/>
                    <a:pt x="4429" y="274"/>
                  </a:cubicBezTo>
                  <a:cubicBezTo>
                    <a:pt x="4310" y="155"/>
                    <a:pt x="4144" y="0"/>
                    <a:pt x="3846" y="0"/>
                  </a:cubicBezTo>
                  <a:cubicBezTo>
                    <a:pt x="3548" y="0"/>
                    <a:pt x="3405" y="155"/>
                    <a:pt x="3263" y="274"/>
                  </a:cubicBezTo>
                  <a:cubicBezTo>
                    <a:pt x="3167" y="369"/>
                    <a:pt x="3084" y="453"/>
                    <a:pt x="2929" y="453"/>
                  </a:cubicBezTo>
                  <a:cubicBezTo>
                    <a:pt x="2762" y="453"/>
                    <a:pt x="2703" y="369"/>
                    <a:pt x="2584" y="274"/>
                  </a:cubicBezTo>
                  <a:cubicBezTo>
                    <a:pt x="2465" y="155"/>
                    <a:pt x="2298" y="0"/>
                    <a:pt x="2000" y="0"/>
                  </a:cubicBezTo>
                  <a:cubicBezTo>
                    <a:pt x="1703" y="0"/>
                    <a:pt x="1560" y="155"/>
                    <a:pt x="1417" y="274"/>
                  </a:cubicBezTo>
                  <a:cubicBezTo>
                    <a:pt x="1322" y="369"/>
                    <a:pt x="1238" y="453"/>
                    <a:pt x="1084" y="453"/>
                  </a:cubicBezTo>
                  <a:cubicBezTo>
                    <a:pt x="917" y="453"/>
                    <a:pt x="857" y="369"/>
                    <a:pt x="738" y="274"/>
                  </a:cubicBezTo>
                  <a:cubicBezTo>
                    <a:pt x="619" y="155"/>
                    <a:pt x="453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3618450" y="3921192"/>
              <a:ext cx="127834" cy="24688"/>
            </a:xfrm>
            <a:custGeom>
              <a:avLst/>
              <a:gdLst/>
              <a:ahLst/>
              <a:cxnLst/>
              <a:rect l="l" t="t" r="r" b="b"/>
              <a:pathLst>
                <a:path w="4013" h="775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55" y="334"/>
                  </a:cubicBezTo>
                  <a:cubicBezTo>
                    <a:pt x="322" y="334"/>
                    <a:pt x="381" y="406"/>
                    <a:pt x="500" y="513"/>
                  </a:cubicBezTo>
                  <a:cubicBezTo>
                    <a:pt x="619" y="632"/>
                    <a:pt x="786" y="775"/>
                    <a:pt x="1084" y="775"/>
                  </a:cubicBezTo>
                  <a:cubicBezTo>
                    <a:pt x="1381" y="775"/>
                    <a:pt x="1524" y="632"/>
                    <a:pt x="1667" y="513"/>
                  </a:cubicBezTo>
                  <a:cubicBezTo>
                    <a:pt x="1762" y="406"/>
                    <a:pt x="1846" y="334"/>
                    <a:pt x="2000" y="334"/>
                  </a:cubicBezTo>
                  <a:cubicBezTo>
                    <a:pt x="2167" y="334"/>
                    <a:pt x="2227" y="406"/>
                    <a:pt x="2346" y="513"/>
                  </a:cubicBezTo>
                  <a:cubicBezTo>
                    <a:pt x="2465" y="632"/>
                    <a:pt x="2631" y="775"/>
                    <a:pt x="2929" y="775"/>
                  </a:cubicBezTo>
                  <a:cubicBezTo>
                    <a:pt x="3227" y="775"/>
                    <a:pt x="3370" y="632"/>
                    <a:pt x="3501" y="513"/>
                  </a:cubicBezTo>
                  <a:cubicBezTo>
                    <a:pt x="3608" y="406"/>
                    <a:pt x="3679" y="334"/>
                    <a:pt x="3846" y="334"/>
                  </a:cubicBezTo>
                  <a:cubicBezTo>
                    <a:pt x="3941" y="334"/>
                    <a:pt x="4013" y="263"/>
                    <a:pt x="4013" y="167"/>
                  </a:cubicBezTo>
                  <a:cubicBezTo>
                    <a:pt x="4013" y="84"/>
                    <a:pt x="3941" y="1"/>
                    <a:pt x="3846" y="1"/>
                  </a:cubicBezTo>
                  <a:cubicBezTo>
                    <a:pt x="3548" y="1"/>
                    <a:pt x="3405" y="156"/>
                    <a:pt x="3263" y="275"/>
                  </a:cubicBezTo>
                  <a:cubicBezTo>
                    <a:pt x="3167" y="382"/>
                    <a:pt x="3084" y="453"/>
                    <a:pt x="2929" y="453"/>
                  </a:cubicBezTo>
                  <a:cubicBezTo>
                    <a:pt x="2762" y="453"/>
                    <a:pt x="2703" y="382"/>
                    <a:pt x="2584" y="275"/>
                  </a:cubicBezTo>
                  <a:cubicBezTo>
                    <a:pt x="2465" y="156"/>
                    <a:pt x="2298" y="1"/>
                    <a:pt x="2000" y="1"/>
                  </a:cubicBezTo>
                  <a:cubicBezTo>
                    <a:pt x="1703" y="1"/>
                    <a:pt x="1560" y="156"/>
                    <a:pt x="1417" y="275"/>
                  </a:cubicBezTo>
                  <a:cubicBezTo>
                    <a:pt x="1322" y="382"/>
                    <a:pt x="1238" y="453"/>
                    <a:pt x="1084" y="453"/>
                  </a:cubicBezTo>
                  <a:cubicBezTo>
                    <a:pt x="917" y="453"/>
                    <a:pt x="857" y="382"/>
                    <a:pt x="738" y="275"/>
                  </a:cubicBezTo>
                  <a:cubicBezTo>
                    <a:pt x="619" y="156"/>
                    <a:pt x="453" y="1"/>
                    <a:pt x="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3617304" y="3962922"/>
              <a:ext cx="98655" cy="24688"/>
            </a:xfrm>
            <a:custGeom>
              <a:avLst/>
              <a:gdLst/>
              <a:ahLst/>
              <a:cxnLst/>
              <a:rect l="l" t="t" r="r" b="b"/>
              <a:pathLst>
                <a:path w="3097" h="775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334" y="334"/>
                    <a:pt x="393" y="405"/>
                    <a:pt x="512" y="512"/>
                  </a:cubicBezTo>
                  <a:cubicBezTo>
                    <a:pt x="632" y="632"/>
                    <a:pt x="786" y="774"/>
                    <a:pt x="1084" y="774"/>
                  </a:cubicBezTo>
                  <a:cubicBezTo>
                    <a:pt x="1382" y="774"/>
                    <a:pt x="1536" y="632"/>
                    <a:pt x="1667" y="512"/>
                  </a:cubicBezTo>
                  <a:cubicBezTo>
                    <a:pt x="1775" y="405"/>
                    <a:pt x="1846" y="334"/>
                    <a:pt x="2013" y="334"/>
                  </a:cubicBezTo>
                  <a:cubicBezTo>
                    <a:pt x="2179" y="334"/>
                    <a:pt x="2239" y="405"/>
                    <a:pt x="2358" y="512"/>
                  </a:cubicBezTo>
                  <a:cubicBezTo>
                    <a:pt x="2477" y="632"/>
                    <a:pt x="2632" y="774"/>
                    <a:pt x="2929" y="774"/>
                  </a:cubicBezTo>
                  <a:cubicBezTo>
                    <a:pt x="3025" y="774"/>
                    <a:pt x="3096" y="703"/>
                    <a:pt x="3096" y="620"/>
                  </a:cubicBezTo>
                  <a:cubicBezTo>
                    <a:pt x="3096" y="524"/>
                    <a:pt x="3025" y="453"/>
                    <a:pt x="2929" y="453"/>
                  </a:cubicBezTo>
                  <a:cubicBezTo>
                    <a:pt x="2775" y="441"/>
                    <a:pt x="2691" y="381"/>
                    <a:pt x="2596" y="274"/>
                  </a:cubicBezTo>
                  <a:cubicBezTo>
                    <a:pt x="2477" y="155"/>
                    <a:pt x="2310" y="0"/>
                    <a:pt x="2013" y="0"/>
                  </a:cubicBezTo>
                  <a:cubicBezTo>
                    <a:pt x="1715" y="0"/>
                    <a:pt x="1560" y="155"/>
                    <a:pt x="1429" y="274"/>
                  </a:cubicBezTo>
                  <a:cubicBezTo>
                    <a:pt x="1322" y="381"/>
                    <a:pt x="1251" y="453"/>
                    <a:pt x="1084" y="453"/>
                  </a:cubicBezTo>
                  <a:cubicBezTo>
                    <a:pt x="929" y="453"/>
                    <a:pt x="870" y="381"/>
                    <a:pt x="751" y="274"/>
                  </a:cubicBezTo>
                  <a:cubicBezTo>
                    <a:pt x="632" y="155"/>
                    <a:pt x="465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>
          <a:extLst>
            <a:ext uri="{FF2B5EF4-FFF2-40B4-BE49-F238E27FC236}">
              <a16:creationId xmlns:a16="http://schemas.microsoft.com/office/drawing/2014/main" id="{6C67D213-1727-0953-79BE-0CC83BC1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>
            <a:extLst>
              <a:ext uri="{FF2B5EF4-FFF2-40B4-BE49-F238E27FC236}">
                <a16:creationId xmlns:a16="http://schemas.microsoft.com/office/drawing/2014/main" id="{FAAE9E99-893C-CD93-9687-76227F4DB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&amp; Action Plan</a:t>
            </a:r>
            <a:endParaRPr/>
          </a:p>
        </p:txBody>
      </p:sp>
      <p:sp>
        <p:nvSpPr>
          <p:cNvPr id="366" name="Google Shape;366;p39">
            <a:extLst>
              <a:ext uri="{FF2B5EF4-FFF2-40B4-BE49-F238E27FC236}">
                <a16:creationId xmlns:a16="http://schemas.microsoft.com/office/drawing/2014/main" id="{9A09C811-FECF-665E-CFD7-4389AF7FE88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450392" y="3889453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Practice mindfulness for over 25 minutes.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367" name="Google Shape;367;p39">
            <a:extLst>
              <a:ext uri="{FF2B5EF4-FFF2-40B4-BE49-F238E27FC236}">
                <a16:creationId xmlns:a16="http://schemas.microsoft.com/office/drawing/2014/main" id="{CEF5AB93-2D31-9D70-5064-9B47C69265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75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Manage technology through active offline habits.</a:t>
            </a:r>
            <a:endParaRPr/>
          </a:p>
        </p:txBody>
      </p:sp>
      <p:sp>
        <p:nvSpPr>
          <p:cNvPr id="368" name="Google Shape;368;p39">
            <a:extLst>
              <a:ext uri="{FF2B5EF4-FFF2-40B4-BE49-F238E27FC236}">
                <a16:creationId xmlns:a16="http://schemas.microsoft.com/office/drawing/2014/main" id="{C65830C4-34D1-642A-7885-948627090FC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94784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Target specific behaviors over total time.</a:t>
            </a:r>
            <a:endParaRPr/>
          </a:p>
        </p:txBody>
      </p:sp>
      <p:sp>
        <p:nvSpPr>
          <p:cNvPr id="370" name="Google Shape;370;p39">
            <a:extLst>
              <a:ext uri="{FF2B5EF4-FFF2-40B4-BE49-F238E27FC236}">
                <a16:creationId xmlns:a16="http://schemas.microsoft.com/office/drawing/2014/main" id="{55648AD2-7CB2-746A-CD61-9A85255A4B5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076376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Promote exercise to corporate wellness programs.</a:t>
            </a:r>
            <a:endParaRPr/>
          </a:p>
        </p:txBody>
      </p:sp>
      <p:sp>
        <p:nvSpPr>
          <p:cNvPr id="371" name="Google Shape;371;p39">
            <a:extLst>
              <a:ext uri="{FF2B5EF4-FFF2-40B4-BE49-F238E27FC236}">
                <a16:creationId xmlns:a16="http://schemas.microsoft.com/office/drawing/2014/main" id="{FBB8AB39-FCB0-9553-3F58-6302158FE502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515259" y="1319600"/>
            <a:ext cx="750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2" name="Google Shape;372;p39">
            <a:extLst>
              <a:ext uri="{FF2B5EF4-FFF2-40B4-BE49-F238E27FC236}">
                <a16:creationId xmlns:a16="http://schemas.microsoft.com/office/drawing/2014/main" id="{19318B10-D245-3A76-602D-EB539DCDADBC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252476" y="3069279"/>
            <a:ext cx="750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73" name="Google Shape;373;p39">
            <a:extLst>
              <a:ext uri="{FF2B5EF4-FFF2-40B4-BE49-F238E27FC236}">
                <a16:creationId xmlns:a16="http://schemas.microsoft.com/office/drawing/2014/main" id="{57BCE701-B2F3-F8A5-8285-7D9CD2DB478E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196868" y="1319600"/>
            <a:ext cx="750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75" name="Google Shape;375;p39">
            <a:extLst>
              <a:ext uri="{FF2B5EF4-FFF2-40B4-BE49-F238E27FC236}">
                <a16:creationId xmlns:a16="http://schemas.microsoft.com/office/drawing/2014/main" id="{731B7240-4CE0-20A9-697A-81F6A1194945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6878460" y="1319600"/>
            <a:ext cx="750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76" name="Google Shape;376;p39">
            <a:extLst>
              <a:ext uri="{FF2B5EF4-FFF2-40B4-BE49-F238E27FC236}">
                <a16:creationId xmlns:a16="http://schemas.microsoft.com/office/drawing/2014/main" id="{661F88FF-FD28-5BE7-3B94-8AD525EB1CD9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713175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Policy</a:t>
            </a:r>
            <a:endParaRPr/>
          </a:p>
        </p:txBody>
      </p:sp>
      <p:sp>
        <p:nvSpPr>
          <p:cNvPr id="377" name="Google Shape;377;p39">
            <a:extLst>
              <a:ext uri="{FF2B5EF4-FFF2-40B4-BE49-F238E27FC236}">
                <a16:creationId xmlns:a16="http://schemas.microsoft.com/office/drawing/2014/main" id="{4653B2B9-72CF-153C-8F5C-E181D13552FF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3394784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CA"/>
              <a:t>Focus</a:t>
            </a:r>
            <a:endParaRPr/>
          </a:p>
        </p:txBody>
      </p:sp>
      <p:sp>
        <p:nvSpPr>
          <p:cNvPr id="378" name="Google Shape;378;p39">
            <a:extLst>
              <a:ext uri="{FF2B5EF4-FFF2-40B4-BE49-F238E27FC236}">
                <a16:creationId xmlns:a16="http://schemas.microsoft.com/office/drawing/2014/main" id="{EC9FD55B-A12C-1499-D869-747FF401E7C8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6076376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CA"/>
              <a:t>Outreach</a:t>
            </a:r>
            <a:endParaRPr/>
          </a:p>
        </p:txBody>
      </p:sp>
      <p:sp>
        <p:nvSpPr>
          <p:cNvPr id="379" name="Google Shape;379;p39">
            <a:extLst>
              <a:ext uri="{FF2B5EF4-FFF2-40B4-BE49-F238E27FC236}">
                <a16:creationId xmlns:a16="http://schemas.microsoft.com/office/drawing/2014/main" id="{FA087287-AA6E-5EBC-02AE-7BC0D25379AF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450392" y="3550848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/>
              <a:t>Threshold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919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>
          <a:extLst>
            <a:ext uri="{FF2B5EF4-FFF2-40B4-BE49-F238E27FC236}">
              <a16:creationId xmlns:a16="http://schemas.microsoft.com/office/drawing/2014/main" id="{62EAA139-251D-FC4C-9586-7D2B14E2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1" name="Google Shape;1141;p71">
            <a:extLst>
              <a:ext uri="{FF2B5EF4-FFF2-40B4-BE49-F238E27FC236}">
                <a16:creationId xmlns:a16="http://schemas.microsoft.com/office/drawing/2014/main" id="{C0965688-F0F6-EEB6-61E0-210A66A93D83}"/>
              </a:ext>
            </a:extLst>
          </p:cNvPr>
          <p:cNvGrpSpPr/>
          <p:nvPr/>
        </p:nvGrpSpPr>
        <p:grpSpPr>
          <a:xfrm>
            <a:off x="-403638" y="393846"/>
            <a:ext cx="2105035" cy="4582844"/>
            <a:chOff x="-77636" y="694000"/>
            <a:chExt cx="2105035" cy="4582844"/>
          </a:xfrm>
        </p:grpSpPr>
        <p:sp>
          <p:nvSpPr>
            <p:cNvPr id="1142" name="Google Shape;1142;p71">
              <a:extLst>
                <a:ext uri="{FF2B5EF4-FFF2-40B4-BE49-F238E27FC236}">
                  <a16:creationId xmlns:a16="http://schemas.microsoft.com/office/drawing/2014/main" id="{42A9643E-0101-9B31-A9C6-9E1895059A88}"/>
                </a:ext>
              </a:extLst>
            </p:cNvPr>
            <p:cNvSpPr/>
            <p:nvPr/>
          </p:nvSpPr>
          <p:spPr>
            <a:xfrm flipH="1">
              <a:off x="-77636" y="694000"/>
              <a:ext cx="2105035" cy="4582844"/>
            </a:xfrm>
            <a:custGeom>
              <a:avLst/>
              <a:gdLst/>
              <a:ahLst/>
              <a:cxnLst/>
              <a:rect l="l" t="t" r="r" b="b"/>
              <a:pathLst>
                <a:path w="8045" h="17515" extrusionOk="0">
                  <a:moveTo>
                    <a:pt x="8045" y="1"/>
                  </a:moveTo>
                  <a:cubicBezTo>
                    <a:pt x="7286" y="569"/>
                    <a:pt x="6512" y="1116"/>
                    <a:pt x="5746" y="1670"/>
                  </a:cubicBezTo>
                  <a:cubicBezTo>
                    <a:pt x="4757" y="2393"/>
                    <a:pt x="3818" y="3091"/>
                    <a:pt x="2907" y="3922"/>
                  </a:cubicBezTo>
                  <a:cubicBezTo>
                    <a:pt x="2065" y="4692"/>
                    <a:pt x="1328" y="5484"/>
                    <a:pt x="774" y="6451"/>
                  </a:cubicBezTo>
                  <a:cubicBezTo>
                    <a:pt x="501" y="6926"/>
                    <a:pt x="335" y="7307"/>
                    <a:pt x="187" y="7837"/>
                  </a:cubicBezTo>
                  <a:cubicBezTo>
                    <a:pt x="152" y="7970"/>
                    <a:pt x="119" y="8103"/>
                    <a:pt x="94" y="8239"/>
                  </a:cubicBezTo>
                  <a:cubicBezTo>
                    <a:pt x="84" y="8300"/>
                    <a:pt x="72" y="8365"/>
                    <a:pt x="62" y="8426"/>
                  </a:cubicBezTo>
                  <a:cubicBezTo>
                    <a:pt x="58" y="8452"/>
                    <a:pt x="54" y="8477"/>
                    <a:pt x="51" y="8502"/>
                  </a:cubicBezTo>
                  <a:cubicBezTo>
                    <a:pt x="47" y="8513"/>
                    <a:pt x="44" y="8556"/>
                    <a:pt x="44" y="8559"/>
                  </a:cubicBezTo>
                  <a:cubicBezTo>
                    <a:pt x="11" y="8833"/>
                    <a:pt x="1" y="9110"/>
                    <a:pt x="11" y="9383"/>
                  </a:cubicBezTo>
                  <a:cubicBezTo>
                    <a:pt x="29" y="9956"/>
                    <a:pt x="137" y="10488"/>
                    <a:pt x="325" y="11063"/>
                  </a:cubicBezTo>
                  <a:cubicBezTo>
                    <a:pt x="533" y="11704"/>
                    <a:pt x="839" y="12312"/>
                    <a:pt x="1202" y="12884"/>
                  </a:cubicBezTo>
                  <a:cubicBezTo>
                    <a:pt x="2652" y="15168"/>
                    <a:pt x="5092" y="16694"/>
                    <a:pt x="7671" y="17417"/>
                  </a:cubicBezTo>
                  <a:cubicBezTo>
                    <a:pt x="7793" y="17453"/>
                    <a:pt x="7919" y="17481"/>
                    <a:pt x="8045" y="17514"/>
                  </a:cubicBezTo>
                  <a:lnTo>
                    <a:pt x="80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71">
              <a:extLst>
                <a:ext uri="{FF2B5EF4-FFF2-40B4-BE49-F238E27FC236}">
                  <a16:creationId xmlns:a16="http://schemas.microsoft.com/office/drawing/2014/main" id="{BEF7D25C-57E3-9048-0897-F660E91AD145}"/>
                </a:ext>
              </a:extLst>
            </p:cNvPr>
            <p:cNvSpPr/>
            <p:nvPr/>
          </p:nvSpPr>
          <p:spPr>
            <a:xfrm>
              <a:off x="934200" y="4530750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4" name="Google Shape;1144;p71">
            <a:extLst>
              <a:ext uri="{FF2B5EF4-FFF2-40B4-BE49-F238E27FC236}">
                <a16:creationId xmlns:a16="http://schemas.microsoft.com/office/drawing/2014/main" id="{5093F5A8-9D5B-1D8A-86BA-990BF9CCAC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499" y="467037"/>
            <a:ext cx="4459500" cy="9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145" name="Google Shape;1145;p71">
            <a:extLst>
              <a:ext uri="{FF2B5EF4-FFF2-40B4-BE49-F238E27FC236}">
                <a16:creationId xmlns:a16="http://schemas.microsoft.com/office/drawing/2014/main" id="{CFF95FA4-879F-6118-27CA-A5645AD0B7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7758" y="1185079"/>
            <a:ext cx="4459500" cy="12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Do you have any questions?</a:t>
            </a:r>
            <a:endParaRPr sz="1600" b="1"/>
          </a:p>
        </p:txBody>
      </p:sp>
      <p:grpSp>
        <p:nvGrpSpPr>
          <p:cNvPr id="1158" name="Google Shape;1158;p71">
            <a:extLst>
              <a:ext uri="{FF2B5EF4-FFF2-40B4-BE49-F238E27FC236}">
                <a16:creationId xmlns:a16="http://schemas.microsoft.com/office/drawing/2014/main" id="{365EC0FE-622A-D39A-E65F-AB258A6A0AD7}"/>
              </a:ext>
            </a:extLst>
          </p:cNvPr>
          <p:cNvGrpSpPr/>
          <p:nvPr/>
        </p:nvGrpSpPr>
        <p:grpSpPr>
          <a:xfrm>
            <a:off x="-1179724" y="518351"/>
            <a:ext cx="3630404" cy="3908289"/>
            <a:chOff x="-456998" y="576802"/>
            <a:chExt cx="3630404" cy="3908289"/>
          </a:xfrm>
        </p:grpSpPr>
        <p:grpSp>
          <p:nvGrpSpPr>
            <p:cNvPr id="1159" name="Google Shape;1159;p71">
              <a:extLst>
                <a:ext uri="{FF2B5EF4-FFF2-40B4-BE49-F238E27FC236}">
                  <a16:creationId xmlns:a16="http://schemas.microsoft.com/office/drawing/2014/main" id="{45B6C345-EEF3-FBD5-E662-783F764C7E09}"/>
                </a:ext>
              </a:extLst>
            </p:cNvPr>
            <p:cNvGrpSpPr/>
            <p:nvPr/>
          </p:nvGrpSpPr>
          <p:grpSpPr>
            <a:xfrm>
              <a:off x="1062892" y="1694251"/>
              <a:ext cx="1784637" cy="1673546"/>
              <a:chOff x="4853900" y="2248400"/>
              <a:chExt cx="503225" cy="471900"/>
            </a:xfrm>
          </p:grpSpPr>
          <p:sp>
            <p:nvSpPr>
              <p:cNvPr id="1160" name="Google Shape;1160;p71">
                <a:extLst>
                  <a:ext uri="{FF2B5EF4-FFF2-40B4-BE49-F238E27FC236}">
                    <a16:creationId xmlns:a16="http://schemas.microsoft.com/office/drawing/2014/main" id="{6B5ED89D-17B7-D25A-2BFB-05B8E20CEBCA}"/>
                  </a:ext>
                </a:extLst>
              </p:cNvPr>
              <p:cNvSpPr/>
              <p:nvPr/>
            </p:nvSpPr>
            <p:spPr>
              <a:xfrm>
                <a:off x="4940950" y="2248400"/>
                <a:ext cx="156525" cy="471900"/>
              </a:xfrm>
              <a:custGeom>
                <a:avLst/>
                <a:gdLst/>
                <a:ahLst/>
                <a:cxnLst/>
                <a:rect l="l" t="t" r="r" b="b"/>
                <a:pathLst>
                  <a:path w="6261" h="18876" fill="none" extrusionOk="0">
                    <a:moveTo>
                      <a:pt x="3655" y="3581"/>
                    </a:moveTo>
                    <a:cubicBezTo>
                      <a:pt x="4882" y="4006"/>
                      <a:pt x="4559" y="6211"/>
                      <a:pt x="2403" y="5934"/>
                    </a:cubicBezTo>
                    <a:cubicBezTo>
                      <a:pt x="253" y="5660"/>
                      <a:pt x="1" y="2153"/>
                      <a:pt x="2403" y="1077"/>
                    </a:cubicBezTo>
                    <a:cubicBezTo>
                      <a:pt x="4811" y="1"/>
                      <a:pt x="6260" y="1678"/>
                      <a:pt x="6260" y="1678"/>
                    </a:cubicBezTo>
                    <a:lnTo>
                      <a:pt x="6260" y="17529"/>
                    </a:lnTo>
                    <a:cubicBezTo>
                      <a:pt x="6260" y="17529"/>
                      <a:pt x="4490" y="18875"/>
                      <a:pt x="2670" y="17799"/>
                    </a:cubicBezTo>
                    <a:cubicBezTo>
                      <a:pt x="2670" y="17799"/>
                      <a:pt x="1493" y="17097"/>
                      <a:pt x="1645" y="15702"/>
                    </a:cubicBezTo>
                    <a:cubicBezTo>
                      <a:pt x="1796" y="14309"/>
                      <a:pt x="3476" y="14414"/>
                      <a:pt x="3476" y="15410"/>
                    </a:cubicBezTo>
                    <a:cubicBezTo>
                      <a:pt x="3476" y="16263"/>
                      <a:pt x="2505" y="15996"/>
                      <a:pt x="2505" y="15996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71">
                <a:extLst>
                  <a:ext uri="{FF2B5EF4-FFF2-40B4-BE49-F238E27FC236}">
                    <a16:creationId xmlns:a16="http://schemas.microsoft.com/office/drawing/2014/main" id="{C1CC59B6-8FC1-CA91-5AA2-08D7688D1E18}"/>
                  </a:ext>
                </a:extLst>
              </p:cNvPr>
              <p:cNvSpPr/>
              <p:nvPr/>
            </p:nvSpPr>
            <p:spPr>
              <a:xfrm>
                <a:off x="4853900" y="2328900"/>
                <a:ext cx="104425" cy="143575"/>
              </a:xfrm>
              <a:custGeom>
                <a:avLst/>
                <a:gdLst/>
                <a:ahLst/>
                <a:cxnLst/>
                <a:rect l="l" t="t" r="r" b="b"/>
                <a:pathLst>
                  <a:path w="4177" h="5743" fill="none" extrusionOk="0">
                    <a:moveTo>
                      <a:pt x="4177" y="502"/>
                    </a:moveTo>
                    <a:cubicBezTo>
                      <a:pt x="4177" y="502"/>
                      <a:pt x="2345" y="1"/>
                      <a:pt x="1263" y="1523"/>
                    </a:cubicBezTo>
                    <a:cubicBezTo>
                      <a:pt x="0" y="3286"/>
                      <a:pt x="1043" y="5743"/>
                      <a:pt x="2831" y="572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71">
                <a:extLst>
                  <a:ext uri="{FF2B5EF4-FFF2-40B4-BE49-F238E27FC236}">
                    <a16:creationId xmlns:a16="http://schemas.microsoft.com/office/drawing/2014/main" id="{8BBD469D-A79E-4502-1026-95CF9DD6B723}"/>
                  </a:ext>
                </a:extLst>
              </p:cNvPr>
              <p:cNvSpPr/>
              <p:nvPr/>
            </p:nvSpPr>
            <p:spPr>
              <a:xfrm>
                <a:off x="4887150" y="2544325"/>
                <a:ext cx="94675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3787" h="4703" fill="none" extrusionOk="0">
                    <a:moveTo>
                      <a:pt x="3786" y="4239"/>
                    </a:moveTo>
                    <a:cubicBezTo>
                      <a:pt x="3786" y="4239"/>
                      <a:pt x="1814" y="4702"/>
                      <a:pt x="818" y="3321"/>
                    </a:cubicBezTo>
                    <a:cubicBezTo>
                      <a:pt x="1" y="2192"/>
                      <a:pt x="465" y="1"/>
                      <a:pt x="2451" y="166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71">
                <a:extLst>
                  <a:ext uri="{FF2B5EF4-FFF2-40B4-BE49-F238E27FC236}">
                    <a16:creationId xmlns:a16="http://schemas.microsoft.com/office/drawing/2014/main" id="{6EC7FF51-6543-62A0-7B85-A2093F07446E}"/>
                  </a:ext>
                </a:extLst>
              </p:cNvPr>
              <p:cNvSpPr/>
              <p:nvPr/>
            </p:nvSpPr>
            <p:spPr>
              <a:xfrm>
                <a:off x="4872425" y="2462400"/>
                <a:ext cx="393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3918" fill="none" extrusionOk="0">
                    <a:moveTo>
                      <a:pt x="935" y="0"/>
                    </a:moveTo>
                    <a:cubicBezTo>
                      <a:pt x="935" y="0"/>
                      <a:pt x="0" y="640"/>
                      <a:pt x="111" y="2159"/>
                    </a:cubicBezTo>
                    <a:cubicBezTo>
                      <a:pt x="223" y="3713"/>
                      <a:pt x="1572" y="3918"/>
                      <a:pt x="1572" y="391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71">
                <a:extLst>
                  <a:ext uri="{FF2B5EF4-FFF2-40B4-BE49-F238E27FC236}">
                    <a16:creationId xmlns:a16="http://schemas.microsoft.com/office/drawing/2014/main" id="{6C4731E0-9987-EDCF-07BB-105EF3A25F22}"/>
                  </a:ext>
                </a:extLst>
              </p:cNvPr>
              <p:cNvSpPr/>
              <p:nvPr/>
            </p:nvSpPr>
            <p:spPr>
              <a:xfrm>
                <a:off x="4995100" y="2456175"/>
                <a:ext cx="6342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1858" fill="none" extrusionOk="0">
                    <a:moveTo>
                      <a:pt x="0" y="1282"/>
                    </a:moveTo>
                    <a:cubicBezTo>
                      <a:pt x="0" y="1282"/>
                      <a:pt x="1903" y="1857"/>
                      <a:pt x="2537" y="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71">
                <a:extLst>
                  <a:ext uri="{FF2B5EF4-FFF2-40B4-BE49-F238E27FC236}">
                    <a16:creationId xmlns:a16="http://schemas.microsoft.com/office/drawing/2014/main" id="{92403237-7DD4-4E81-7739-09317DEFA2A3}"/>
                  </a:ext>
                </a:extLst>
              </p:cNvPr>
              <p:cNvSpPr/>
              <p:nvPr/>
            </p:nvSpPr>
            <p:spPr>
              <a:xfrm>
                <a:off x="5034475" y="2485400"/>
                <a:ext cx="40875" cy="673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93" fill="none" extrusionOk="0">
                    <a:moveTo>
                      <a:pt x="1" y="1"/>
                    </a:moveTo>
                    <a:cubicBezTo>
                      <a:pt x="1" y="1"/>
                      <a:pt x="1634" y="761"/>
                      <a:pt x="814" y="2692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71">
                <a:extLst>
                  <a:ext uri="{FF2B5EF4-FFF2-40B4-BE49-F238E27FC236}">
                    <a16:creationId xmlns:a16="http://schemas.microsoft.com/office/drawing/2014/main" id="{9B6DBB0F-112D-52E0-8768-CC1A37D9C158}"/>
                  </a:ext>
                </a:extLst>
              </p:cNvPr>
              <p:cNvSpPr/>
              <p:nvPr/>
            </p:nvSpPr>
            <p:spPr>
              <a:xfrm>
                <a:off x="5113650" y="2248400"/>
                <a:ext cx="156525" cy="471900"/>
              </a:xfrm>
              <a:custGeom>
                <a:avLst/>
                <a:gdLst/>
                <a:ahLst/>
                <a:cxnLst/>
                <a:rect l="l" t="t" r="r" b="b"/>
                <a:pathLst>
                  <a:path w="6261" h="18876" fill="none" extrusionOk="0">
                    <a:moveTo>
                      <a:pt x="2601" y="3581"/>
                    </a:moveTo>
                    <a:cubicBezTo>
                      <a:pt x="1375" y="4006"/>
                      <a:pt x="1702" y="6211"/>
                      <a:pt x="3853" y="5934"/>
                    </a:cubicBezTo>
                    <a:cubicBezTo>
                      <a:pt x="6008" y="5660"/>
                      <a:pt x="6260" y="2153"/>
                      <a:pt x="3853" y="1077"/>
                    </a:cubicBezTo>
                    <a:cubicBezTo>
                      <a:pt x="1450" y="1"/>
                      <a:pt x="0" y="1678"/>
                      <a:pt x="0" y="1678"/>
                    </a:cubicBezTo>
                    <a:lnTo>
                      <a:pt x="0" y="17529"/>
                    </a:lnTo>
                    <a:cubicBezTo>
                      <a:pt x="0" y="17529"/>
                      <a:pt x="1767" y="18875"/>
                      <a:pt x="3587" y="17799"/>
                    </a:cubicBezTo>
                    <a:cubicBezTo>
                      <a:pt x="3587" y="17799"/>
                      <a:pt x="4764" y="17097"/>
                      <a:pt x="4616" y="15702"/>
                    </a:cubicBezTo>
                    <a:cubicBezTo>
                      <a:pt x="4465" y="14309"/>
                      <a:pt x="2781" y="14414"/>
                      <a:pt x="2781" y="15410"/>
                    </a:cubicBezTo>
                    <a:cubicBezTo>
                      <a:pt x="2781" y="16263"/>
                      <a:pt x="3756" y="15996"/>
                      <a:pt x="3756" y="15996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71">
                <a:extLst>
                  <a:ext uri="{FF2B5EF4-FFF2-40B4-BE49-F238E27FC236}">
                    <a16:creationId xmlns:a16="http://schemas.microsoft.com/office/drawing/2014/main" id="{0F87EF86-B559-8DE8-8BE0-4854E5A806D6}"/>
                  </a:ext>
                </a:extLst>
              </p:cNvPr>
              <p:cNvSpPr/>
              <p:nvPr/>
            </p:nvSpPr>
            <p:spPr>
              <a:xfrm>
                <a:off x="5252775" y="2328900"/>
                <a:ext cx="104350" cy="143575"/>
              </a:xfrm>
              <a:custGeom>
                <a:avLst/>
                <a:gdLst/>
                <a:ahLst/>
                <a:cxnLst/>
                <a:rect l="l" t="t" r="r" b="b"/>
                <a:pathLst>
                  <a:path w="4174" h="5743" fill="none" extrusionOk="0">
                    <a:moveTo>
                      <a:pt x="1" y="502"/>
                    </a:moveTo>
                    <a:cubicBezTo>
                      <a:pt x="1" y="502"/>
                      <a:pt x="1828" y="1"/>
                      <a:pt x="2915" y="1523"/>
                    </a:cubicBezTo>
                    <a:cubicBezTo>
                      <a:pt x="4174" y="3286"/>
                      <a:pt x="3131" y="5743"/>
                      <a:pt x="1346" y="572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71">
                <a:extLst>
                  <a:ext uri="{FF2B5EF4-FFF2-40B4-BE49-F238E27FC236}">
                    <a16:creationId xmlns:a16="http://schemas.microsoft.com/office/drawing/2014/main" id="{9BC4AA17-5558-047A-E1A6-BFC811A847B1}"/>
                  </a:ext>
                </a:extLst>
              </p:cNvPr>
              <p:cNvSpPr/>
              <p:nvPr/>
            </p:nvSpPr>
            <p:spPr>
              <a:xfrm>
                <a:off x="5229200" y="2544325"/>
                <a:ext cx="94750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4703" fill="none" extrusionOk="0">
                    <a:moveTo>
                      <a:pt x="1" y="4239"/>
                    </a:moveTo>
                    <a:cubicBezTo>
                      <a:pt x="1" y="4239"/>
                      <a:pt x="1977" y="4702"/>
                      <a:pt x="2973" y="3321"/>
                    </a:cubicBezTo>
                    <a:cubicBezTo>
                      <a:pt x="3790" y="2192"/>
                      <a:pt x="3322" y="1"/>
                      <a:pt x="1336" y="166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71">
                <a:extLst>
                  <a:ext uri="{FF2B5EF4-FFF2-40B4-BE49-F238E27FC236}">
                    <a16:creationId xmlns:a16="http://schemas.microsoft.com/office/drawing/2014/main" id="{A970B229-C72F-1DAD-72C3-A862609B166F}"/>
                  </a:ext>
                </a:extLst>
              </p:cNvPr>
              <p:cNvSpPr/>
              <p:nvPr/>
            </p:nvSpPr>
            <p:spPr>
              <a:xfrm>
                <a:off x="5299375" y="2462400"/>
                <a:ext cx="3925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3918" fill="none" extrusionOk="0">
                    <a:moveTo>
                      <a:pt x="637" y="0"/>
                    </a:moveTo>
                    <a:cubicBezTo>
                      <a:pt x="637" y="0"/>
                      <a:pt x="1569" y="640"/>
                      <a:pt x="1461" y="2159"/>
                    </a:cubicBezTo>
                    <a:cubicBezTo>
                      <a:pt x="1345" y="3713"/>
                      <a:pt x="0" y="3918"/>
                      <a:pt x="0" y="391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71">
                <a:extLst>
                  <a:ext uri="{FF2B5EF4-FFF2-40B4-BE49-F238E27FC236}">
                    <a16:creationId xmlns:a16="http://schemas.microsoft.com/office/drawing/2014/main" id="{D0EA5A41-AB3E-F33A-C9D8-08EE1892DC50}"/>
                  </a:ext>
                </a:extLst>
              </p:cNvPr>
              <p:cNvSpPr/>
              <p:nvPr/>
            </p:nvSpPr>
            <p:spPr>
              <a:xfrm>
                <a:off x="5152500" y="2456175"/>
                <a:ext cx="6342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1858" fill="none" extrusionOk="0">
                    <a:moveTo>
                      <a:pt x="2536" y="1282"/>
                    </a:moveTo>
                    <a:cubicBezTo>
                      <a:pt x="2536" y="1282"/>
                      <a:pt x="633" y="1857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71">
                <a:extLst>
                  <a:ext uri="{FF2B5EF4-FFF2-40B4-BE49-F238E27FC236}">
                    <a16:creationId xmlns:a16="http://schemas.microsoft.com/office/drawing/2014/main" id="{F02D7B20-6F83-EF41-5279-DBEB9848059F}"/>
                  </a:ext>
                </a:extLst>
              </p:cNvPr>
              <p:cNvSpPr/>
              <p:nvPr/>
            </p:nvSpPr>
            <p:spPr>
              <a:xfrm>
                <a:off x="5135775" y="2485400"/>
                <a:ext cx="40850" cy="67325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2693" fill="none" extrusionOk="0">
                    <a:moveTo>
                      <a:pt x="1634" y="1"/>
                    </a:moveTo>
                    <a:cubicBezTo>
                      <a:pt x="1634" y="1"/>
                      <a:pt x="0" y="761"/>
                      <a:pt x="820" y="2692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2" name="Google Shape;1172;p71">
              <a:extLst>
                <a:ext uri="{FF2B5EF4-FFF2-40B4-BE49-F238E27FC236}">
                  <a16:creationId xmlns:a16="http://schemas.microsoft.com/office/drawing/2014/main" id="{9F1B64FA-B98B-13C0-6C22-34F5EF81CBE1}"/>
                </a:ext>
              </a:extLst>
            </p:cNvPr>
            <p:cNvGrpSpPr/>
            <p:nvPr/>
          </p:nvGrpSpPr>
          <p:grpSpPr>
            <a:xfrm flipH="1">
              <a:off x="-456998" y="576802"/>
              <a:ext cx="3630404" cy="1179339"/>
              <a:chOff x="5363575" y="1526000"/>
              <a:chExt cx="627750" cy="203925"/>
            </a:xfrm>
          </p:grpSpPr>
          <p:sp>
            <p:nvSpPr>
              <p:cNvPr id="1173" name="Google Shape;1173;p71">
                <a:extLst>
                  <a:ext uri="{FF2B5EF4-FFF2-40B4-BE49-F238E27FC236}">
                    <a16:creationId xmlns:a16="http://schemas.microsoft.com/office/drawing/2014/main" id="{66C7DCDE-AACC-5F14-1477-DDEE92A7A457}"/>
                  </a:ext>
                </a:extLst>
              </p:cNvPr>
              <p:cNvSpPr/>
              <p:nvPr/>
            </p:nvSpPr>
            <p:spPr>
              <a:xfrm>
                <a:off x="5489500" y="1635900"/>
                <a:ext cx="481675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19267" h="3761" fill="none" extrusionOk="0">
                    <a:moveTo>
                      <a:pt x="19266" y="1508"/>
                    </a:moveTo>
                    <a:cubicBezTo>
                      <a:pt x="19266" y="1508"/>
                      <a:pt x="12172" y="648"/>
                      <a:pt x="11071" y="1163"/>
                    </a:cubicBezTo>
                    <a:cubicBezTo>
                      <a:pt x="9970" y="1681"/>
                      <a:pt x="7441" y="3760"/>
                      <a:pt x="5315" y="2775"/>
                    </a:cubicBezTo>
                    <a:cubicBezTo>
                      <a:pt x="3188" y="1789"/>
                      <a:pt x="1023" y="1868"/>
                      <a:pt x="533" y="1839"/>
                    </a:cubicBezTo>
                    <a:cubicBezTo>
                      <a:pt x="40" y="1810"/>
                      <a:pt x="0" y="868"/>
                      <a:pt x="1544" y="738"/>
                    </a:cubicBezTo>
                    <a:cubicBezTo>
                      <a:pt x="3087" y="609"/>
                      <a:pt x="5001" y="638"/>
                      <a:pt x="5001" y="638"/>
                    </a:cubicBezTo>
                    <a:cubicBezTo>
                      <a:pt x="5001" y="638"/>
                      <a:pt x="6941" y="1"/>
                      <a:pt x="7642" y="9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71">
                <a:extLst>
                  <a:ext uri="{FF2B5EF4-FFF2-40B4-BE49-F238E27FC236}">
                    <a16:creationId xmlns:a16="http://schemas.microsoft.com/office/drawing/2014/main" id="{92B7503C-6615-2758-342E-C987FEF40E72}"/>
                  </a:ext>
                </a:extLst>
              </p:cNvPr>
              <p:cNvSpPr/>
              <p:nvPr/>
            </p:nvSpPr>
            <p:spPr>
              <a:xfrm>
                <a:off x="5542375" y="1606775"/>
                <a:ext cx="92775" cy="3895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558" fill="none" extrusionOk="0">
                    <a:moveTo>
                      <a:pt x="3710" y="1558"/>
                    </a:moveTo>
                    <a:cubicBezTo>
                      <a:pt x="3710" y="1558"/>
                      <a:pt x="1012" y="817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71">
                <a:extLst>
                  <a:ext uri="{FF2B5EF4-FFF2-40B4-BE49-F238E27FC236}">
                    <a16:creationId xmlns:a16="http://schemas.microsoft.com/office/drawing/2014/main" id="{7B9054F7-08D5-8515-EAD3-FFD5A042BAA9}"/>
                  </a:ext>
                </a:extLst>
              </p:cNvPr>
              <p:cNvSpPr/>
              <p:nvPr/>
            </p:nvSpPr>
            <p:spPr>
              <a:xfrm>
                <a:off x="5495975" y="1604975"/>
                <a:ext cx="53825" cy="48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192" fill="none" extrusionOk="0">
                    <a:moveTo>
                      <a:pt x="2152" y="32"/>
                    </a:moveTo>
                    <a:cubicBezTo>
                      <a:pt x="2152" y="32"/>
                      <a:pt x="1001" y="191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71">
                <a:extLst>
                  <a:ext uri="{FF2B5EF4-FFF2-40B4-BE49-F238E27FC236}">
                    <a16:creationId xmlns:a16="http://schemas.microsoft.com/office/drawing/2014/main" id="{2BC04476-665D-8BB9-9236-0B5034B72DB1}"/>
                  </a:ext>
                </a:extLst>
              </p:cNvPr>
              <p:cNvSpPr/>
              <p:nvPr/>
            </p:nvSpPr>
            <p:spPr>
              <a:xfrm>
                <a:off x="5363575" y="1526000"/>
                <a:ext cx="627750" cy="151675"/>
              </a:xfrm>
              <a:custGeom>
                <a:avLst/>
                <a:gdLst/>
                <a:ahLst/>
                <a:cxnLst/>
                <a:rect l="l" t="t" r="r" b="b"/>
                <a:pathLst>
                  <a:path w="25110" h="6067" fill="none" extrusionOk="0">
                    <a:moveTo>
                      <a:pt x="5404" y="3048"/>
                    </a:moveTo>
                    <a:cubicBezTo>
                      <a:pt x="5404" y="3048"/>
                      <a:pt x="4027" y="4069"/>
                      <a:pt x="3239" y="4275"/>
                    </a:cubicBezTo>
                    <a:cubicBezTo>
                      <a:pt x="3239" y="4275"/>
                      <a:pt x="1170" y="6067"/>
                      <a:pt x="1" y="5084"/>
                    </a:cubicBezTo>
                    <a:cubicBezTo>
                      <a:pt x="1" y="5084"/>
                      <a:pt x="4340" y="1464"/>
                      <a:pt x="6869" y="623"/>
                    </a:cubicBezTo>
                    <a:cubicBezTo>
                      <a:pt x="6869" y="623"/>
                      <a:pt x="7516" y="281"/>
                      <a:pt x="8448" y="529"/>
                    </a:cubicBezTo>
                    <a:cubicBezTo>
                      <a:pt x="9381" y="778"/>
                      <a:pt x="15367" y="1645"/>
                      <a:pt x="15367" y="1645"/>
                    </a:cubicBezTo>
                    <a:lnTo>
                      <a:pt x="25109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71">
                <a:extLst>
                  <a:ext uri="{FF2B5EF4-FFF2-40B4-BE49-F238E27FC236}">
                    <a16:creationId xmlns:a16="http://schemas.microsoft.com/office/drawing/2014/main" id="{BD4029B7-325C-0866-BED1-247B3FBCAC8F}"/>
                  </a:ext>
                </a:extLst>
              </p:cNvPr>
              <p:cNvSpPr/>
              <p:nvPr/>
            </p:nvSpPr>
            <p:spPr>
              <a:xfrm>
                <a:off x="5509750" y="1620175"/>
                <a:ext cx="55150" cy="38150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1526" fill="none" extrusionOk="0">
                    <a:moveTo>
                      <a:pt x="2206" y="0"/>
                    </a:moveTo>
                    <a:lnTo>
                      <a:pt x="0" y="1526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71">
                <a:extLst>
                  <a:ext uri="{FF2B5EF4-FFF2-40B4-BE49-F238E27FC236}">
                    <a16:creationId xmlns:a16="http://schemas.microsoft.com/office/drawing/2014/main" id="{4EC54EAD-2CF9-2D66-5644-09BEDCC46C88}"/>
                  </a:ext>
                </a:extLst>
              </p:cNvPr>
              <p:cNvSpPr/>
              <p:nvPr/>
            </p:nvSpPr>
            <p:spPr>
              <a:xfrm>
                <a:off x="5395350" y="1607050"/>
                <a:ext cx="118375" cy="119550"/>
              </a:xfrm>
              <a:custGeom>
                <a:avLst/>
                <a:gdLst/>
                <a:ahLst/>
                <a:cxnLst/>
                <a:rect l="l" t="t" r="r" b="b"/>
                <a:pathLst>
                  <a:path w="4735" h="4782" fill="none" extrusionOk="0">
                    <a:moveTo>
                      <a:pt x="3993" y="2666"/>
                    </a:moveTo>
                    <a:lnTo>
                      <a:pt x="1597" y="4191"/>
                    </a:lnTo>
                    <a:cubicBezTo>
                      <a:pt x="1597" y="4191"/>
                      <a:pt x="759" y="4781"/>
                      <a:pt x="0" y="4331"/>
                    </a:cubicBezTo>
                    <a:cubicBezTo>
                      <a:pt x="0" y="4331"/>
                      <a:pt x="2090" y="2177"/>
                      <a:pt x="2986" y="1428"/>
                    </a:cubicBezTo>
                    <a:cubicBezTo>
                      <a:pt x="3982" y="597"/>
                      <a:pt x="4734" y="0"/>
                      <a:pt x="4734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71">
                <a:extLst>
                  <a:ext uri="{FF2B5EF4-FFF2-40B4-BE49-F238E27FC236}">
                    <a16:creationId xmlns:a16="http://schemas.microsoft.com/office/drawing/2014/main" id="{266E9F55-683E-87BA-F3CB-FB5C002335AD}"/>
                  </a:ext>
                </a:extLst>
              </p:cNvPr>
              <p:cNvSpPr/>
              <p:nvPr/>
            </p:nvSpPr>
            <p:spPr>
              <a:xfrm>
                <a:off x="5564875" y="1633300"/>
                <a:ext cx="31875" cy="19100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764" fill="none" extrusionOk="0">
                    <a:moveTo>
                      <a:pt x="1274" y="0"/>
                    </a:moveTo>
                    <a:lnTo>
                      <a:pt x="1" y="76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71">
                <a:extLst>
                  <a:ext uri="{FF2B5EF4-FFF2-40B4-BE49-F238E27FC236}">
                    <a16:creationId xmlns:a16="http://schemas.microsoft.com/office/drawing/2014/main" id="{23A7F0BB-760D-C8FA-CEE6-4A446954090B}"/>
                  </a:ext>
                </a:extLst>
              </p:cNvPr>
              <p:cNvSpPr/>
              <p:nvPr/>
            </p:nvSpPr>
            <p:spPr>
              <a:xfrm>
                <a:off x="5439125" y="1682950"/>
                <a:ext cx="9032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613" h="1551" fill="none" extrusionOk="0">
                    <a:moveTo>
                      <a:pt x="3613" y="0"/>
                    </a:moveTo>
                    <a:cubicBezTo>
                      <a:pt x="3613" y="0"/>
                      <a:pt x="1185" y="1335"/>
                      <a:pt x="728" y="1433"/>
                    </a:cubicBezTo>
                    <a:cubicBezTo>
                      <a:pt x="159" y="1551"/>
                      <a:pt x="1" y="1170"/>
                      <a:pt x="80" y="100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71">
                <a:extLst>
                  <a:ext uri="{FF2B5EF4-FFF2-40B4-BE49-F238E27FC236}">
                    <a16:creationId xmlns:a16="http://schemas.microsoft.com/office/drawing/2014/main" id="{43E37BA4-EB1A-1681-8B15-4CD65A3A73DE}"/>
                  </a:ext>
                </a:extLst>
              </p:cNvPr>
              <p:cNvSpPr/>
              <p:nvPr/>
            </p:nvSpPr>
            <p:spPr>
              <a:xfrm>
                <a:off x="5483550" y="1688975"/>
                <a:ext cx="89825" cy="32750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310" fill="none" extrusionOk="0">
                    <a:moveTo>
                      <a:pt x="3592" y="1"/>
                    </a:moveTo>
                    <a:cubicBezTo>
                      <a:pt x="3592" y="1"/>
                      <a:pt x="1559" y="1076"/>
                      <a:pt x="804" y="1195"/>
                    </a:cubicBezTo>
                    <a:cubicBezTo>
                      <a:pt x="77" y="1310"/>
                      <a:pt x="1" y="727"/>
                      <a:pt x="1" y="72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2" name="Google Shape;1182;p71">
              <a:extLst>
                <a:ext uri="{FF2B5EF4-FFF2-40B4-BE49-F238E27FC236}">
                  <a16:creationId xmlns:a16="http://schemas.microsoft.com/office/drawing/2014/main" id="{D09985B6-E3AE-C9F5-B44D-52CA9F7233D7}"/>
                </a:ext>
              </a:extLst>
            </p:cNvPr>
            <p:cNvGrpSpPr/>
            <p:nvPr/>
          </p:nvGrpSpPr>
          <p:grpSpPr>
            <a:xfrm rot="10800000">
              <a:off x="-456998" y="3305752"/>
              <a:ext cx="3630404" cy="1179339"/>
              <a:chOff x="5363575" y="1526000"/>
              <a:chExt cx="627750" cy="203925"/>
            </a:xfrm>
          </p:grpSpPr>
          <p:sp>
            <p:nvSpPr>
              <p:cNvPr id="1183" name="Google Shape;1183;p71">
                <a:extLst>
                  <a:ext uri="{FF2B5EF4-FFF2-40B4-BE49-F238E27FC236}">
                    <a16:creationId xmlns:a16="http://schemas.microsoft.com/office/drawing/2014/main" id="{39C418A2-2744-C173-ED74-2F77265BE269}"/>
                  </a:ext>
                </a:extLst>
              </p:cNvPr>
              <p:cNvSpPr/>
              <p:nvPr/>
            </p:nvSpPr>
            <p:spPr>
              <a:xfrm>
                <a:off x="5489500" y="1635900"/>
                <a:ext cx="481675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19267" h="3761" fill="none" extrusionOk="0">
                    <a:moveTo>
                      <a:pt x="19266" y="1508"/>
                    </a:moveTo>
                    <a:cubicBezTo>
                      <a:pt x="19266" y="1508"/>
                      <a:pt x="12172" y="648"/>
                      <a:pt x="11071" y="1163"/>
                    </a:cubicBezTo>
                    <a:cubicBezTo>
                      <a:pt x="9970" y="1681"/>
                      <a:pt x="7441" y="3760"/>
                      <a:pt x="5315" y="2775"/>
                    </a:cubicBezTo>
                    <a:cubicBezTo>
                      <a:pt x="3188" y="1789"/>
                      <a:pt x="1023" y="1868"/>
                      <a:pt x="533" y="1839"/>
                    </a:cubicBezTo>
                    <a:cubicBezTo>
                      <a:pt x="40" y="1810"/>
                      <a:pt x="0" y="868"/>
                      <a:pt x="1544" y="738"/>
                    </a:cubicBezTo>
                    <a:cubicBezTo>
                      <a:pt x="3087" y="609"/>
                      <a:pt x="5001" y="638"/>
                      <a:pt x="5001" y="638"/>
                    </a:cubicBezTo>
                    <a:cubicBezTo>
                      <a:pt x="5001" y="638"/>
                      <a:pt x="6941" y="1"/>
                      <a:pt x="7642" y="9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71">
                <a:extLst>
                  <a:ext uri="{FF2B5EF4-FFF2-40B4-BE49-F238E27FC236}">
                    <a16:creationId xmlns:a16="http://schemas.microsoft.com/office/drawing/2014/main" id="{FD0B9D7C-A589-5599-278A-3FCFD4AA2025}"/>
                  </a:ext>
                </a:extLst>
              </p:cNvPr>
              <p:cNvSpPr/>
              <p:nvPr/>
            </p:nvSpPr>
            <p:spPr>
              <a:xfrm>
                <a:off x="5542375" y="1606775"/>
                <a:ext cx="92775" cy="3895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558" fill="none" extrusionOk="0">
                    <a:moveTo>
                      <a:pt x="3710" y="1558"/>
                    </a:moveTo>
                    <a:cubicBezTo>
                      <a:pt x="3710" y="1558"/>
                      <a:pt x="1012" y="817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71">
                <a:extLst>
                  <a:ext uri="{FF2B5EF4-FFF2-40B4-BE49-F238E27FC236}">
                    <a16:creationId xmlns:a16="http://schemas.microsoft.com/office/drawing/2014/main" id="{A5470FBF-0A6B-E285-EF23-065D6B5CBC7B}"/>
                  </a:ext>
                </a:extLst>
              </p:cNvPr>
              <p:cNvSpPr/>
              <p:nvPr/>
            </p:nvSpPr>
            <p:spPr>
              <a:xfrm>
                <a:off x="5495975" y="1604975"/>
                <a:ext cx="53825" cy="48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192" fill="none" extrusionOk="0">
                    <a:moveTo>
                      <a:pt x="2152" y="32"/>
                    </a:moveTo>
                    <a:cubicBezTo>
                      <a:pt x="2152" y="32"/>
                      <a:pt x="1001" y="191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71">
                <a:extLst>
                  <a:ext uri="{FF2B5EF4-FFF2-40B4-BE49-F238E27FC236}">
                    <a16:creationId xmlns:a16="http://schemas.microsoft.com/office/drawing/2014/main" id="{FA3ADE09-5D25-7C11-A510-70471839A6C4}"/>
                  </a:ext>
                </a:extLst>
              </p:cNvPr>
              <p:cNvSpPr/>
              <p:nvPr/>
            </p:nvSpPr>
            <p:spPr>
              <a:xfrm>
                <a:off x="5363575" y="1526000"/>
                <a:ext cx="627750" cy="151675"/>
              </a:xfrm>
              <a:custGeom>
                <a:avLst/>
                <a:gdLst/>
                <a:ahLst/>
                <a:cxnLst/>
                <a:rect l="l" t="t" r="r" b="b"/>
                <a:pathLst>
                  <a:path w="25110" h="6067" fill="none" extrusionOk="0">
                    <a:moveTo>
                      <a:pt x="5404" y="3048"/>
                    </a:moveTo>
                    <a:cubicBezTo>
                      <a:pt x="5404" y="3048"/>
                      <a:pt x="4027" y="4069"/>
                      <a:pt x="3239" y="4275"/>
                    </a:cubicBezTo>
                    <a:cubicBezTo>
                      <a:pt x="3239" y="4275"/>
                      <a:pt x="1170" y="6067"/>
                      <a:pt x="1" y="5084"/>
                    </a:cubicBezTo>
                    <a:cubicBezTo>
                      <a:pt x="1" y="5084"/>
                      <a:pt x="4340" y="1464"/>
                      <a:pt x="6869" y="623"/>
                    </a:cubicBezTo>
                    <a:cubicBezTo>
                      <a:pt x="6869" y="623"/>
                      <a:pt x="7516" y="281"/>
                      <a:pt x="8448" y="529"/>
                    </a:cubicBezTo>
                    <a:cubicBezTo>
                      <a:pt x="9381" y="778"/>
                      <a:pt x="15367" y="1645"/>
                      <a:pt x="15367" y="1645"/>
                    </a:cubicBezTo>
                    <a:lnTo>
                      <a:pt x="25109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71">
                <a:extLst>
                  <a:ext uri="{FF2B5EF4-FFF2-40B4-BE49-F238E27FC236}">
                    <a16:creationId xmlns:a16="http://schemas.microsoft.com/office/drawing/2014/main" id="{BD6FC129-3D32-557A-6B26-8D0AFE3E22BB}"/>
                  </a:ext>
                </a:extLst>
              </p:cNvPr>
              <p:cNvSpPr/>
              <p:nvPr/>
            </p:nvSpPr>
            <p:spPr>
              <a:xfrm>
                <a:off x="5509750" y="1620175"/>
                <a:ext cx="55150" cy="38150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1526" fill="none" extrusionOk="0">
                    <a:moveTo>
                      <a:pt x="2206" y="0"/>
                    </a:moveTo>
                    <a:lnTo>
                      <a:pt x="0" y="1526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71">
                <a:extLst>
                  <a:ext uri="{FF2B5EF4-FFF2-40B4-BE49-F238E27FC236}">
                    <a16:creationId xmlns:a16="http://schemas.microsoft.com/office/drawing/2014/main" id="{97E900E3-5716-3623-ADC5-CAB72B480B87}"/>
                  </a:ext>
                </a:extLst>
              </p:cNvPr>
              <p:cNvSpPr/>
              <p:nvPr/>
            </p:nvSpPr>
            <p:spPr>
              <a:xfrm>
                <a:off x="5395350" y="1607050"/>
                <a:ext cx="118375" cy="119550"/>
              </a:xfrm>
              <a:custGeom>
                <a:avLst/>
                <a:gdLst/>
                <a:ahLst/>
                <a:cxnLst/>
                <a:rect l="l" t="t" r="r" b="b"/>
                <a:pathLst>
                  <a:path w="4735" h="4782" fill="none" extrusionOk="0">
                    <a:moveTo>
                      <a:pt x="3993" y="2666"/>
                    </a:moveTo>
                    <a:lnTo>
                      <a:pt x="1597" y="4191"/>
                    </a:lnTo>
                    <a:cubicBezTo>
                      <a:pt x="1597" y="4191"/>
                      <a:pt x="759" y="4781"/>
                      <a:pt x="0" y="4331"/>
                    </a:cubicBezTo>
                    <a:cubicBezTo>
                      <a:pt x="0" y="4331"/>
                      <a:pt x="2090" y="2177"/>
                      <a:pt x="2986" y="1428"/>
                    </a:cubicBezTo>
                    <a:cubicBezTo>
                      <a:pt x="3982" y="597"/>
                      <a:pt x="4734" y="0"/>
                      <a:pt x="4734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71">
                <a:extLst>
                  <a:ext uri="{FF2B5EF4-FFF2-40B4-BE49-F238E27FC236}">
                    <a16:creationId xmlns:a16="http://schemas.microsoft.com/office/drawing/2014/main" id="{FF11C907-FB22-9B94-AFD5-46D23B41FBFF}"/>
                  </a:ext>
                </a:extLst>
              </p:cNvPr>
              <p:cNvSpPr/>
              <p:nvPr/>
            </p:nvSpPr>
            <p:spPr>
              <a:xfrm>
                <a:off x="5564875" y="1633300"/>
                <a:ext cx="31875" cy="19100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764" fill="none" extrusionOk="0">
                    <a:moveTo>
                      <a:pt x="1274" y="0"/>
                    </a:moveTo>
                    <a:lnTo>
                      <a:pt x="1" y="76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71">
                <a:extLst>
                  <a:ext uri="{FF2B5EF4-FFF2-40B4-BE49-F238E27FC236}">
                    <a16:creationId xmlns:a16="http://schemas.microsoft.com/office/drawing/2014/main" id="{B515A3A9-A1AC-EB3F-F7E4-9C90CB2D96E6}"/>
                  </a:ext>
                </a:extLst>
              </p:cNvPr>
              <p:cNvSpPr/>
              <p:nvPr/>
            </p:nvSpPr>
            <p:spPr>
              <a:xfrm>
                <a:off x="5439125" y="1682950"/>
                <a:ext cx="9032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613" h="1551" fill="none" extrusionOk="0">
                    <a:moveTo>
                      <a:pt x="3613" y="0"/>
                    </a:moveTo>
                    <a:cubicBezTo>
                      <a:pt x="3613" y="0"/>
                      <a:pt x="1185" y="1335"/>
                      <a:pt x="728" y="1433"/>
                    </a:cubicBezTo>
                    <a:cubicBezTo>
                      <a:pt x="159" y="1551"/>
                      <a:pt x="1" y="1170"/>
                      <a:pt x="80" y="100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71">
                <a:extLst>
                  <a:ext uri="{FF2B5EF4-FFF2-40B4-BE49-F238E27FC236}">
                    <a16:creationId xmlns:a16="http://schemas.microsoft.com/office/drawing/2014/main" id="{C5DBDD7D-791E-25D0-B730-D112A81F1B8C}"/>
                  </a:ext>
                </a:extLst>
              </p:cNvPr>
              <p:cNvSpPr/>
              <p:nvPr/>
            </p:nvSpPr>
            <p:spPr>
              <a:xfrm>
                <a:off x="5483550" y="1688975"/>
                <a:ext cx="89825" cy="32750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310" fill="none" extrusionOk="0">
                    <a:moveTo>
                      <a:pt x="3592" y="1"/>
                    </a:moveTo>
                    <a:cubicBezTo>
                      <a:pt x="3592" y="1"/>
                      <a:pt x="1559" y="1076"/>
                      <a:pt x="804" y="1195"/>
                    </a:cubicBezTo>
                    <a:cubicBezTo>
                      <a:pt x="77" y="1310"/>
                      <a:pt x="1" y="727"/>
                      <a:pt x="1" y="72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6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2" name="Google Shape;1192;p71">
            <a:extLst>
              <a:ext uri="{FF2B5EF4-FFF2-40B4-BE49-F238E27FC236}">
                <a16:creationId xmlns:a16="http://schemas.microsoft.com/office/drawing/2014/main" id="{506DF12D-AD21-9BB0-8B71-6C25CB0C358F}"/>
              </a:ext>
            </a:extLst>
          </p:cNvPr>
          <p:cNvGrpSpPr/>
          <p:nvPr/>
        </p:nvGrpSpPr>
        <p:grpSpPr>
          <a:xfrm>
            <a:off x="841033" y="1705597"/>
            <a:ext cx="1328894" cy="1549383"/>
            <a:chOff x="5378158" y="2868000"/>
            <a:chExt cx="1328894" cy="1549383"/>
          </a:xfrm>
        </p:grpSpPr>
        <p:sp>
          <p:nvSpPr>
            <p:cNvPr id="1193" name="Google Shape;1193;p71">
              <a:extLst>
                <a:ext uri="{FF2B5EF4-FFF2-40B4-BE49-F238E27FC236}">
                  <a16:creationId xmlns:a16="http://schemas.microsoft.com/office/drawing/2014/main" id="{ECDDFDC8-9836-2466-EDB6-FBFEEDC03C71}"/>
                </a:ext>
              </a:extLst>
            </p:cNvPr>
            <p:cNvSpPr/>
            <p:nvPr/>
          </p:nvSpPr>
          <p:spPr>
            <a:xfrm>
              <a:off x="6450558" y="2868000"/>
              <a:ext cx="256494" cy="255807"/>
            </a:xfrm>
            <a:custGeom>
              <a:avLst/>
              <a:gdLst/>
              <a:ahLst/>
              <a:cxnLst/>
              <a:rect l="l" t="t" r="r" b="b"/>
              <a:pathLst>
                <a:path w="1134" h="1131" extrusionOk="0">
                  <a:moveTo>
                    <a:pt x="566" y="1"/>
                  </a:moveTo>
                  <a:cubicBezTo>
                    <a:pt x="490" y="275"/>
                    <a:pt x="277" y="490"/>
                    <a:pt x="0" y="566"/>
                  </a:cubicBezTo>
                  <a:cubicBezTo>
                    <a:pt x="277" y="642"/>
                    <a:pt x="490" y="857"/>
                    <a:pt x="566" y="1130"/>
                  </a:cubicBezTo>
                  <a:cubicBezTo>
                    <a:pt x="641" y="857"/>
                    <a:pt x="857" y="642"/>
                    <a:pt x="1134" y="566"/>
                  </a:cubicBezTo>
                  <a:cubicBezTo>
                    <a:pt x="857" y="490"/>
                    <a:pt x="641" y="275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71">
              <a:extLst>
                <a:ext uri="{FF2B5EF4-FFF2-40B4-BE49-F238E27FC236}">
                  <a16:creationId xmlns:a16="http://schemas.microsoft.com/office/drawing/2014/main" id="{A542133B-91A4-6DAF-F2F8-BE6B9BE24E25}"/>
                </a:ext>
              </a:extLst>
            </p:cNvPr>
            <p:cNvSpPr/>
            <p:nvPr/>
          </p:nvSpPr>
          <p:spPr>
            <a:xfrm>
              <a:off x="5378158" y="4300675"/>
              <a:ext cx="116711" cy="116708"/>
            </a:xfrm>
            <a:custGeom>
              <a:avLst/>
              <a:gdLst/>
              <a:ahLst/>
              <a:cxnLst/>
              <a:rect l="l" t="t" r="r" b="b"/>
              <a:pathLst>
                <a:path w="516" h="516" extrusionOk="0">
                  <a:moveTo>
                    <a:pt x="260" y="1"/>
                  </a:moveTo>
                  <a:cubicBezTo>
                    <a:pt x="223" y="127"/>
                    <a:pt x="127" y="223"/>
                    <a:pt x="0" y="260"/>
                  </a:cubicBezTo>
                  <a:cubicBezTo>
                    <a:pt x="127" y="292"/>
                    <a:pt x="223" y="389"/>
                    <a:pt x="260" y="515"/>
                  </a:cubicBezTo>
                  <a:cubicBezTo>
                    <a:pt x="291" y="389"/>
                    <a:pt x="389" y="292"/>
                    <a:pt x="515" y="260"/>
                  </a:cubicBezTo>
                  <a:cubicBezTo>
                    <a:pt x="389" y="223"/>
                    <a:pt x="291" y="127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32D3A36-B5CB-EA45-596B-03C5BB6A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631" y="3353174"/>
            <a:ext cx="4541393" cy="1415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7DF7D-7CF4-A700-1C31-D35F78FC8B67}"/>
              </a:ext>
            </a:extLst>
          </p:cNvPr>
          <p:cNvSpPr txBox="1"/>
          <p:nvPr/>
        </p:nvSpPr>
        <p:spPr>
          <a:xfrm>
            <a:off x="2357858" y="2101962"/>
            <a:ext cx="6762306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en-US"/>
              <a:t>References:</a:t>
            </a:r>
          </a:p>
          <a:p>
            <a:r>
              <a:rPr lang="en-CA" sz="1200" i="1"/>
              <a:t>Hive. Hive Project Management Software. Hive, 2024, hive.com.</a:t>
            </a:r>
          </a:p>
          <a:p>
            <a:r>
              <a:rPr lang="en-CA" sz="1200" i="1"/>
              <a:t>Microsoft. Power BI Desktop. Microsoft, 2024, powerbi.microsoft.com.</a:t>
            </a:r>
          </a:p>
          <a:p>
            <a:r>
              <a:rPr lang="en-CA" sz="1200" i="1"/>
              <a:t>Nagpal, Prabhavalkar. Tech Use and Stress Wellness Dataset. Kaggle, 2024, </a:t>
            </a:r>
            <a:r>
              <a:rPr lang="en-CA" sz="1200" i="1" u="sng">
                <a:hlinkClick r:id="rId4"/>
              </a:rPr>
              <a:t>www.kaggle.com/datasets/nagpalprabhavalkar/tech-use-and-stress-wellness</a:t>
            </a:r>
            <a:r>
              <a:rPr lang="en-CA" sz="1200" i="1"/>
              <a:t>.</a:t>
            </a:r>
          </a:p>
          <a:p>
            <a:r>
              <a:rPr lang="en-CA" sz="1200" i="1"/>
              <a:t>Pedregosa, Fabian, et al. "Scikit-learn: Machine Learning in Python." Journal of Machine Learning Research, vol. 12, 2011, pp. 2825-2830, jmlr.csail.mit.edu/papers/v12/pedregosa11a.html.</a:t>
            </a:r>
          </a:p>
          <a:p>
            <a:r>
              <a:rPr lang="en-CA" sz="1200" i="1"/>
              <a:t>Python Software Foundation. Python Language Reference. Python Software Foundation, 2024, www.python.org.</a:t>
            </a:r>
          </a:p>
          <a:p>
            <a:pPr marL="0" lvl="0" inden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14563"/>
      </p:ext>
    </p:extLst>
  </p:cSld>
  <p:clrMapOvr>
    <a:masterClrMapping/>
  </p:clrMapOvr>
</p:sld>
</file>

<file path=ppt/theme/theme1.xml><?xml version="1.0" encoding="utf-8"?>
<a:theme xmlns:a="http://schemas.openxmlformats.org/drawingml/2006/main" name="Mental Health and Well-being - Health - 10th Grade by Slidesgo">
  <a:themeElements>
    <a:clrScheme name="Simple Light">
      <a:dk1>
        <a:srgbClr val="342520"/>
      </a:dk1>
      <a:lt1>
        <a:srgbClr val="EFEFEF"/>
      </a:lt1>
      <a:dk2>
        <a:srgbClr val="D2E5DF"/>
      </a:dk2>
      <a:lt2>
        <a:srgbClr val="9EBDB3"/>
      </a:lt2>
      <a:accent1>
        <a:srgbClr val="00368C"/>
      </a:accent1>
      <a:accent2>
        <a:srgbClr val="4B7BC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42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25EB80AA94446BF10B20688B79453" ma:contentTypeVersion="10" ma:contentTypeDescription="Create a new document." ma:contentTypeScope="" ma:versionID="c4267b4c7c3f3d649302cfc6a6451945">
  <xsd:schema xmlns:xsd="http://www.w3.org/2001/XMLSchema" xmlns:xs="http://www.w3.org/2001/XMLSchema" xmlns:p="http://schemas.microsoft.com/office/2006/metadata/properties" xmlns:ns3="aceb48ae-56ab-44d0-a2c6-8d2535740427" targetNamespace="http://schemas.microsoft.com/office/2006/metadata/properties" ma:root="true" ma:fieldsID="c78222b94e78994dc6b7e6ebde38ac6a" ns3:_="">
    <xsd:import namespace="aceb48ae-56ab-44d0-a2c6-8d25357404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eb48ae-56ab-44d0-a2c6-8d2535740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eb48ae-56ab-44d0-a2c6-8d2535740427" xsi:nil="true"/>
  </documentManagement>
</p:properties>
</file>

<file path=customXml/itemProps1.xml><?xml version="1.0" encoding="utf-8"?>
<ds:datastoreItem xmlns:ds="http://schemas.openxmlformats.org/officeDocument/2006/customXml" ds:itemID="{CAABF33F-A96D-430D-9909-FA31B3A0E1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4FED6A-8A14-41C7-A965-E0D6B8890366}">
  <ds:schemaRefs>
    <ds:schemaRef ds:uri="aceb48ae-56ab-44d0-a2c6-8d25357404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5C6809-08C3-4373-BE24-F727D10E4D30}">
  <ds:schemaRefs>
    <ds:schemaRef ds:uri="aceb48ae-56ab-44d0-a2c6-8d253574042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Mental Health and Well-being - Health - 10th Grade by Slidesgo</vt:lpstr>
      <vt:lpstr>Tech Use and Mental Wellbeing</vt:lpstr>
      <vt:lpstr>Team Members and Roles</vt:lpstr>
      <vt:lpstr>Problem &amp; Hypothesis</vt:lpstr>
      <vt:lpstr>The IT Solution and Live Demo</vt:lpstr>
      <vt:lpstr>Benefits &amp; Impact</vt:lpstr>
      <vt:lpstr>Summary &amp; Action Plan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revision>15</cp:revision>
  <dcterms:modified xsi:type="dcterms:W3CDTF">2026-03-29T21:56:45Z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0x0101004FF25EB80AA94446BF10B20688B79453</vt:lpwstr>
  </property>
</Properties>
</file>